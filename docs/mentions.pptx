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0" r:id="rId4"/>
    <p:sldMasterId id="2147483766" r:id="rId5"/>
    <p:sldMasterId id="2147483792" r:id="rId6"/>
    <p:sldMasterId id="2147483822" r:id="rId7"/>
    <p:sldMasterId id="2147483875" r:id="rId8"/>
  </p:sldMasterIdLst>
  <p:notesMasterIdLst>
    <p:notesMasterId r:id="rId17"/>
  </p:notesMasterIdLst>
  <p:handoutMasterIdLst>
    <p:handoutMasterId r:id="rId18"/>
  </p:handoutMasterIdLst>
  <p:sldIdLst>
    <p:sldId id="2147376632" r:id="rId9"/>
    <p:sldId id="941" r:id="rId10"/>
    <p:sldId id="2147469593" r:id="rId11"/>
    <p:sldId id="2147469595" r:id="rId12"/>
    <p:sldId id="2147469596" r:id="rId13"/>
    <p:sldId id="2147469597" r:id="rId14"/>
    <p:sldId id="2147469598" r:id="rId15"/>
    <p:sldId id="2147469594" r:id="rId16"/>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69" userDrawn="1">
          <p15:clr>
            <a:srgbClr val="A4A3A4"/>
          </p15:clr>
        </p15:guide>
        <p15:guide id="2" orient="horz" pos="2160">
          <p15:clr>
            <a:srgbClr val="A4A3A4"/>
          </p15:clr>
        </p15:guide>
        <p15:guide id="3" orient="horz" userDrawn="1">
          <p15:clr>
            <a:srgbClr val="A4A3A4"/>
          </p15:clr>
        </p15:guide>
        <p15:guide id="4" orient="horz" pos="715">
          <p15:clr>
            <a:srgbClr val="A4A3A4"/>
          </p15:clr>
        </p15:guide>
        <p15:guide id="5" orient="horz" pos="1073">
          <p15:clr>
            <a:srgbClr val="A4A3A4"/>
          </p15:clr>
        </p15:guide>
        <p15:guide id="6" orient="horz" pos="3597">
          <p15:clr>
            <a:srgbClr val="A4A3A4"/>
          </p15:clr>
        </p15:guide>
        <p15:guide id="7" orient="horz" pos="4025">
          <p15:clr>
            <a:srgbClr val="A4A3A4"/>
          </p15:clr>
        </p15:guide>
        <p15:guide id="8" pos="7650" userDrawn="1">
          <p15:clr>
            <a:srgbClr val="A4A3A4"/>
          </p15:clr>
        </p15:guide>
        <p15:guide id="9" pos="3840">
          <p15:clr>
            <a:srgbClr val="A4A3A4"/>
          </p15:clr>
        </p15:guide>
        <p15:guide id="10"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14F"/>
    <a:srgbClr val="FF0096"/>
    <a:srgbClr val="C700D1"/>
    <a:srgbClr val="00B6FF"/>
    <a:srgbClr val="0060FF"/>
    <a:srgbClr val="CC0000"/>
    <a:srgbClr val="EC59A6"/>
    <a:srgbClr val="017EAA"/>
    <a:srgbClr val="000000"/>
    <a:srgbClr val="802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Estilo Claro 2 - Ênfas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Estilo Claro 3 - Ênfas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Estilo Claro 3 - Ênfas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3792" autoAdjust="0"/>
  </p:normalViewPr>
  <p:slideViewPr>
    <p:cSldViewPr snapToGrid="0">
      <p:cViewPr varScale="1">
        <p:scale>
          <a:sx n="14" d="100"/>
          <a:sy n="14" d="100"/>
        </p:scale>
        <p:origin x="704" y="248"/>
      </p:cViewPr>
      <p:guideLst>
        <p:guide orient="horz" pos="4269"/>
        <p:guide orient="horz" pos="2160"/>
        <p:guide orient="horz"/>
        <p:guide orient="horz" pos="715"/>
        <p:guide orient="horz" pos="1073"/>
        <p:guide orient="horz" pos="3597"/>
        <p:guide orient="horz" pos="4025"/>
        <p:guide pos="7650"/>
        <p:guide pos="3840"/>
        <p:guide pos="3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uardo Hermes da Fonseca" userId="4576cc99-cd0c-4148-9b59-f63e64801673" providerId="ADAL" clId="{576CEC93-0C68-48DC-9F92-06B031A47533}"/>
    <pc:docChg chg="undo custSel addSld delSld modSld sldOrd">
      <pc:chgData name="Eduardo Hermes da Fonseca" userId="4576cc99-cd0c-4148-9b59-f63e64801673" providerId="ADAL" clId="{576CEC93-0C68-48DC-9F92-06B031A47533}" dt="2025-12-03T19:58:01.668" v="4926" actId="47"/>
      <pc:docMkLst>
        <pc:docMk/>
      </pc:docMkLst>
      <pc:sldChg chg="modSp mod">
        <pc:chgData name="Eduardo Hermes da Fonseca" userId="4576cc99-cd0c-4148-9b59-f63e64801673" providerId="ADAL" clId="{576CEC93-0C68-48DC-9F92-06B031A47533}" dt="2025-12-03T19:50:39.607" v="4868" actId="14100"/>
        <pc:sldMkLst>
          <pc:docMk/>
          <pc:sldMk cId="1168733928" sldId="2147376632"/>
        </pc:sldMkLst>
        <pc:spChg chg="mod">
          <ac:chgData name="Eduardo Hermes da Fonseca" userId="4576cc99-cd0c-4148-9b59-f63e64801673" providerId="ADAL" clId="{576CEC93-0C68-48DC-9F92-06B031A47533}" dt="2025-12-03T19:50:39.607" v="4868" actId="14100"/>
          <ac:spMkLst>
            <pc:docMk/>
            <pc:sldMk cId="1168733928" sldId="2147376632"/>
            <ac:spMk id="3" creationId="{D9977715-B9B2-4E67-AF45-3C05410A696E}"/>
          </ac:spMkLst>
        </pc:spChg>
      </pc:sldChg>
      <pc:sldChg chg="modSp add del mod">
        <pc:chgData name="Eduardo Hermes da Fonseca" userId="4576cc99-cd0c-4148-9b59-f63e64801673" providerId="ADAL" clId="{576CEC93-0C68-48DC-9F92-06B031A47533}" dt="2025-12-03T19:57:11.644" v="4925" actId="20577"/>
        <pc:sldMkLst>
          <pc:docMk/>
          <pc:sldMk cId="1445325208" sldId="2147469593"/>
        </pc:sldMkLst>
        <pc:spChg chg="mod">
          <ac:chgData name="Eduardo Hermes da Fonseca" userId="4576cc99-cd0c-4148-9b59-f63e64801673" providerId="ADAL" clId="{576CEC93-0C68-48DC-9F92-06B031A47533}" dt="2025-12-03T19:57:11.644" v="4925" actId="20577"/>
          <ac:spMkLst>
            <pc:docMk/>
            <pc:sldMk cId="1445325208" sldId="2147469593"/>
            <ac:spMk id="6" creationId="{D2E32067-DF48-230E-15C9-7A24970631CF}"/>
          </ac:spMkLst>
        </pc:spChg>
      </pc:sldChg>
      <pc:sldChg chg="modSp mod modShow">
        <pc:chgData name="Eduardo Hermes da Fonseca" userId="4576cc99-cd0c-4148-9b59-f63e64801673" providerId="ADAL" clId="{576CEC93-0C68-48DC-9F92-06B031A47533}" dt="2025-12-03T15:10:45.443" v="4841" actId="729"/>
        <pc:sldMkLst>
          <pc:docMk/>
          <pc:sldMk cId="4220342403" sldId="2147469594"/>
        </pc:sldMkLst>
        <pc:spChg chg="mod">
          <ac:chgData name="Eduardo Hermes da Fonseca" userId="4576cc99-cd0c-4148-9b59-f63e64801673" providerId="ADAL" clId="{576CEC93-0C68-48DC-9F92-06B031A47533}" dt="2025-12-01T19:59:32.017" v="4800" actId="20577"/>
          <ac:spMkLst>
            <pc:docMk/>
            <pc:sldMk cId="4220342403" sldId="2147469594"/>
            <ac:spMk id="2" creationId="{3200728D-0BAB-E43A-B38A-C15B8EAA1D74}"/>
          </ac:spMkLst>
        </pc:spChg>
        <pc:spChg chg="mod">
          <ac:chgData name="Eduardo Hermes da Fonseca" userId="4576cc99-cd0c-4148-9b59-f63e64801673" providerId="ADAL" clId="{576CEC93-0C68-48DC-9F92-06B031A47533}" dt="2025-12-01T19:59:42.309" v="4826" actId="6549"/>
          <ac:spMkLst>
            <pc:docMk/>
            <pc:sldMk cId="4220342403" sldId="2147469594"/>
            <ac:spMk id="6" creationId="{2B84AA3C-2827-1EC5-461B-7FB063B95DE6}"/>
          </ac:spMkLst>
        </pc:spChg>
      </pc:sldChg>
      <pc:sldChg chg="addSp delSp modSp add mod delAnim modAnim">
        <pc:chgData name="Eduardo Hermes da Fonseca" userId="4576cc99-cd0c-4148-9b59-f63e64801673" providerId="ADAL" clId="{576CEC93-0C68-48DC-9F92-06B031A47533}" dt="2025-12-01T18:26:22.025" v="3215" actId="20577"/>
        <pc:sldMkLst>
          <pc:docMk/>
          <pc:sldMk cId="957158385" sldId="2147469597"/>
        </pc:sldMkLst>
        <pc:spChg chg="add mod topLvl">
          <ac:chgData name="Eduardo Hermes da Fonseca" userId="4576cc99-cd0c-4148-9b59-f63e64801673" providerId="ADAL" clId="{576CEC93-0C68-48DC-9F92-06B031A47533}" dt="2025-12-01T18:26:22.025" v="3215" actId="20577"/>
          <ac:spMkLst>
            <pc:docMk/>
            <pc:sldMk cId="957158385" sldId="2147469597"/>
            <ac:spMk id="44" creationId="{30C18390-C5F3-451C-5C64-96D33AAF8178}"/>
          </ac:spMkLst>
        </pc:spChg>
        <pc:spChg chg="add mod topLvl">
          <ac:chgData name="Eduardo Hermes da Fonseca" userId="4576cc99-cd0c-4148-9b59-f63e64801673" providerId="ADAL" clId="{576CEC93-0C68-48DC-9F92-06B031A47533}" dt="2025-12-01T18:24:53.802" v="3192" actId="164"/>
          <ac:spMkLst>
            <pc:docMk/>
            <pc:sldMk cId="957158385" sldId="2147469597"/>
            <ac:spMk id="45" creationId="{7C8643A4-322A-EBCD-1CE7-B8E5E391BE13}"/>
          </ac:spMkLst>
        </pc:spChg>
        <pc:spChg chg="add mod ord topLvl">
          <ac:chgData name="Eduardo Hermes da Fonseca" userId="4576cc99-cd0c-4148-9b59-f63e64801673" providerId="ADAL" clId="{576CEC93-0C68-48DC-9F92-06B031A47533}" dt="2025-12-01T18:24:53.802" v="3192" actId="164"/>
          <ac:spMkLst>
            <pc:docMk/>
            <pc:sldMk cId="957158385" sldId="2147469597"/>
            <ac:spMk id="46" creationId="{AD1517B3-2381-ECA2-0BFC-E98B57CBFCBD}"/>
          </ac:spMkLst>
        </pc:spChg>
        <pc:grpChg chg="add mod">
          <ac:chgData name="Eduardo Hermes da Fonseca" userId="4576cc99-cd0c-4148-9b59-f63e64801673" providerId="ADAL" clId="{576CEC93-0C68-48DC-9F92-06B031A47533}" dt="2025-12-01T18:24:53.802" v="3192" actId="164"/>
          <ac:grpSpMkLst>
            <pc:docMk/>
            <pc:sldMk cId="957158385" sldId="2147469597"/>
            <ac:grpSpMk id="49" creationId="{A6D71102-D652-84C5-A32C-7B1D24EDF978}"/>
          </ac:grpSpMkLst>
        </pc:grpChg>
      </pc:sldChg>
      <pc:sldChg chg="modSp add mod ord">
        <pc:chgData name="Eduardo Hermes da Fonseca" userId="4576cc99-cd0c-4148-9b59-f63e64801673" providerId="ADAL" clId="{576CEC93-0C68-48DC-9F92-06B031A47533}" dt="2025-12-02T14:06:02.916" v="4839" actId="6549"/>
        <pc:sldMkLst>
          <pc:docMk/>
          <pc:sldMk cId="2971889094" sldId="2147469598"/>
        </pc:sldMkLst>
        <pc:spChg chg="mod">
          <ac:chgData name="Eduardo Hermes da Fonseca" userId="4576cc99-cd0c-4148-9b59-f63e64801673" providerId="ADAL" clId="{576CEC93-0C68-48DC-9F92-06B031A47533}" dt="2025-12-02T14:06:02.916" v="4839" actId="6549"/>
          <ac:spMkLst>
            <pc:docMk/>
            <pc:sldMk cId="2971889094" sldId="2147469598"/>
            <ac:spMk id="6" creationId="{713F16FA-DD86-AFD8-D4F0-B937BE7DA55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85608-D9DC-4073-8C65-4A578DC082EB}" type="datetimeFigureOut">
              <a:rPr lang="en-GB" smtClean="0"/>
              <a:t>30/12/2025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45139F-A226-4FA9-A69D-4AE04477ECDE}" type="slidenum">
              <a:rPr lang="en-GB" smtClean="0"/>
              <a:t>‹nº›</a:t>
            </a:fld>
            <a:endParaRPr lang="en-GB"/>
          </a:p>
        </p:txBody>
      </p:sp>
    </p:spTree>
    <p:extLst>
      <p:ext uri="{BB962C8B-B14F-4D97-AF65-F5344CB8AC3E}">
        <p14:creationId xmlns:p14="http://schemas.microsoft.com/office/powerpoint/2010/main" val="1336596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AC5B1-F58D-4268-BB75-9856A9D794A6}" type="datetimeFigureOut">
              <a:rPr lang="en-GB" smtClean="0"/>
              <a:t>30/12/2025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00C33-90AE-4963-9AD8-3B07939F57E9}" type="slidenum">
              <a:rPr lang="en-GB" smtClean="0"/>
              <a:t>‹nº›</a:t>
            </a:fld>
            <a:endParaRPr lang="en-GB"/>
          </a:p>
        </p:txBody>
      </p:sp>
    </p:spTree>
    <p:extLst>
      <p:ext uri="{BB962C8B-B14F-4D97-AF65-F5344CB8AC3E}">
        <p14:creationId xmlns:p14="http://schemas.microsoft.com/office/powerpoint/2010/main" val="1609606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A0BEA-1E37-E981-90C9-B18E38F267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FB662CD-4CF1-FC06-2E55-7335C7E8452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FA1A17E-5605-DEEE-FFDB-C93FC15F7754}"/>
              </a:ext>
            </a:extLst>
          </p:cNvPr>
          <p:cNvSpPr>
            <a:spLocks noGrp="1"/>
          </p:cNvSpPr>
          <p:nvPr>
            <p:ph type="body" idx="1"/>
          </p:nvPr>
        </p:nvSpPr>
        <p:spPr/>
        <p:txBody>
          <a:bodyPr/>
          <a:lstStyle/>
          <a:p>
            <a:endParaRPr lang="en-US"/>
          </a:p>
        </p:txBody>
      </p:sp>
      <p:sp>
        <p:nvSpPr>
          <p:cNvPr id="4" name="Espaço Reservado para Número de Slide 3">
            <a:extLst>
              <a:ext uri="{FF2B5EF4-FFF2-40B4-BE49-F238E27FC236}">
                <a16:creationId xmlns:a16="http://schemas.microsoft.com/office/drawing/2014/main" id="{9F3ABE61-C2D5-2961-3921-5BC182FC0091}"/>
              </a:ext>
            </a:extLst>
          </p:cNvPr>
          <p:cNvSpPr>
            <a:spLocks noGrp="1"/>
          </p:cNvSpPr>
          <p:nvPr>
            <p:ph type="sldNum" sz="quarter" idx="5"/>
          </p:nvPr>
        </p:nvSpPr>
        <p:spPr/>
        <p:txBody>
          <a:bodyPr/>
          <a:lstStyle/>
          <a:p>
            <a:fld id="{65900C33-90AE-4963-9AD8-3B07939F57E9}" type="slidenum">
              <a:rPr lang="en-GB" smtClean="0"/>
              <a:t>3</a:t>
            </a:fld>
            <a:endParaRPr lang="en-GB"/>
          </a:p>
        </p:txBody>
      </p:sp>
    </p:spTree>
    <p:extLst>
      <p:ext uri="{BB962C8B-B14F-4D97-AF65-F5344CB8AC3E}">
        <p14:creationId xmlns:p14="http://schemas.microsoft.com/office/powerpoint/2010/main" val="2750489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70D58-F7B5-425D-6BDC-935D92C7795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DD82349-D6B5-921E-9EF7-6CE9BB3E854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60A27F6-19F2-303A-30ED-F8663A3B9A09}"/>
              </a:ext>
            </a:extLst>
          </p:cNvPr>
          <p:cNvSpPr>
            <a:spLocks noGrp="1"/>
          </p:cNvSpPr>
          <p:nvPr>
            <p:ph type="body" idx="1"/>
          </p:nvPr>
        </p:nvSpPr>
        <p:spPr/>
        <p:txBody>
          <a:bodyPr/>
          <a:lstStyle/>
          <a:p>
            <a:endParaRPr lang="en-US" dirty="0"/>
          </a:p>
        </p:txBody>
      </p:sp>
      <p:sp>
        <p:nvSpPr>
          <p:cNvPr id="4" name="Espaço Reservado para Número de Slide 3">
            <a:extLst>
              <a:ext uri="{FF2B5EF4-FFF2-40B4-BE49-F238E27FC236}">
                <a16:creationId xmlns:a16="http://schemas.microsoft.com/office/drawing/2014/main" id="{90940F54-FDBF-2475-3FF9-8D96DB335F9F}"/>
              </a:ext>
            </a:extLst>
          </p:cNvPr>
          <p:cNvSpPr>
            <a:spLocks noGrp="1"/>
          </p:cNvSpPr>
          <p:nvPr>
            <p:ph type="sldNum" sz="quarter" idx="5"/>
          </p:nvPr>
        </p:nvSpPr>
        <p:spPr/>
        <p:txBody>
          <a:bodyPr/>
          <a:lstStyle/>
          <a:p>
            <a:fld id="{65900C33-90AE-4963-9AD8-3B07939F57E9}" type="slidenum">
              <a:rPr lang="en-GB" smtClean="0"/>
              <a:t>4</a:t>
            </a:fld>
            <a:endParaRPr lang="en-GB"/>
          </a:p>
        </p:txBody>
      </p:sp>
    </p:spTree>
    <p:extLst>
      <p:ext uri="{BB962C8B-B14F-4D97-AF65-F5344CB8AC3E}">
        <p14:creationId xmlns:p14="http://schemas.microsoft.com/office/powerpoint/2010/main" val="1801082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CD14-5C5B-6D6C-EF63-1105E345BCD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CE94A39-E010-99BB-C72B-4656C2F6E76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13B676-9B52-F83F-C5BB-83B7F4436BB5}"/>
              </a:ext>
            </a:extLst>
          </p:cNvPr>
          <p:cNvSpPr>
            <a:spLocks noGrp="1"/>
          </p:cNvSpPr>
          <p:nvPr>
            <p:ph type="body" idx="1"/>
          </p:nvPr>
        </p:nvSpPr>
        <p:spPr/>
        <p:txBody>
          <a:bodyPr/>
          <a:lstStyle/>
          <a:p>
            <a:endParaRPr lang="en-US" dirty="0"/>
          </a:p>
        </p:txBody>
      </p:sp>
      <p:sp>
        <p:nvSpPr>
          <p:cNvPr id="4" name="Espaço Reservado para Número de Slide 3">
            <a:extLst>
              <a:ext uri="{FF2B5EF4-FFF2-40B4-BE49-F238E27FC236}">
                <a16:creationId xmlns:a16="http://schemas.microsoft.com/office/drawing/2014/main" id="{8A913C69-A0A3-225B-CCF3-F628F620F1CF}"/>
              </a:ext>
            </a:extLst>
          </p:cNvPr>
          <p:cNvSpPr>
            <a:spLocks noGrp="1"/>
          </p:cNvSpPr>
          <p:nvPr>
            <p:ph type="sldNum" sz="quarter" idx="5"/>
          </p:nvPr>
        </p:nvSpPr>
        <p:spPr/>
        <p:txBody>
          <a:bodyPr/>
          <a:lstStyle/>
          <a:p>
            <a:fld id="{65900C33-90AE-4963-9AD8-3B07939F57E9}" type="slidenum">
              <a:rPr lang="en-GB" smtClean="0"/>
              <a:t>5</a:t>
            </a:fld>
            <a:endParaRPr lang="en-GB"/>
          </a:p>
        </p:txBody>
      </p:sp>
    </p:spTree>
    <p:extLst>
      <p:ext uri="{BB962C8B-B14F-4D97-AF65-F5344CB8AC3E}">
        <p14:creationId xmlns:p14="http://schemas.microsoft.com/office/powerpoint/2010/main" val="1712936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B0E5-52B7-3356-3A94-AD0C7B4F5CD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DCEEFA6-C8BB-A5CD-E816-F874B1A514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6277434-172F-9B2D-568B-59CBFDC0B79A}"/>
              </a:ext>
            </a:extLst>
          </p:cNvPr>
          <p:cNvSpPr>
            <a:spLocks noGrp="1"/>
          </p:cNvSpPr>
          <p:nvPr>
            <p:ph type="body" idx="1"/>
          </p:nvPr>
        </p:nvSpPr>
        <p:spPr/>
        <p:txBody>
          <a:bodyPr/>
          <a:lstStyle/>
          <a:p>
            <a:endParaRPr lang="en-US" dirty="0"/>
          </a:p>
        </p:txBody>
      </p:sp>
      <p:sp>
        <p:nvSpPr>
          <p:cNvPr id="4" name="Espaço Reservado para Número de Slide 3">
            <a:extLst>
              <a:ext uri="{FF2B5EF4-FFF2-40B4-BE49-F238E27FC236}">
                <a16:creationId xmlns:a16="http://schemas.microsoft.com/office/drawing/2014/main" id="{78A01CA2-FA2F-4092-65E5-3C27BC5E9251}"/>
              </a:ext>
            </a:extLst>
          </p:cNvPr>
          <p:cNvSpPr>
            <a:spLocks noGrp="1"/>
          </p:cNvSpPr>
          <p:nvPr>
            <p:ph type="sldNum" sz="quarter" idx="5"/>
          </p:nvPr>
        </p:nvSpPr>
        <p:spPr/>
        <p:txBody>
          <a:bodyPr/>
          <a:lstStyle/>
          <a:p>
            <a:fld id="{65900C33-90AE-4963-9AD8-3B07939F57E9}" type="slidenum">
              <a:rPr lang="en-GB" smtClean="0"/>
              <a:t>6</a:t>
            </a:fld>
            <a:endParaRPr lang="en-GB"/>
          </a:p>
        </p:txBody>
      </p:sp>
    </p:spTree>
    <p:extLst>
      <p:ext uri="{BB962C8B-B14F-4D97-AF65-F5344CB8AC3E}">
        <p14:creationId xmlns:p14="http://schemas.microsoft.com/office/powerpoint/2010/main" val="456942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BF0E0-2D38-D097-7426-055C13CBD02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73DBE66-BBE5-BA41-D7DC-86C16362AD8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9F30689-CFDF-2730-FB2F-FD01251E49C7}"/>
              </a:ext>
            </a:extLst>
          </p:cNvPr>
          <p:cNvSpPr>
            <a:spLocks noGrp="1"/>
          </p:cNvSpPr>
          <p:nvPr>
            <p:ph type="body" idx="1"/>
          </p:nvPr>
        </p:nvSpPr>
        <p:spPr/>
        <p:txBody>
          <a:bodyPr/>
          <a:lstStyle/>
          <a:p>
            <a:endParaRPr lang="en-US" dirty="0"/>
          </a:p>
        </p:txBody>
      </p:sp>
      <p:sp>
        <p:nvSpPr>
          <p:cNvPr id="4" name="Espaço Reservado para Número de Slide 3">
            <a:extLst>
              <a:ext uri="{FF2B5EF4-FFF2-40B4-BE49-F238E27FC236}">
                <a16:creationId xmlns:a16="http://schemas.microsoft.com/office/drawing/2014/main" id="{BCBE6AC9-26E0-5A31-4777-C5B6DADE8CE8}"/>
              </a:ext>
            </a:extLst>
          </p:cNvPr>
          <p:cNvSpPr>
            <a:spLocks noGrp="1"/>
          </p:cNvSpPr>
          <p:nvPr>
            <p:ph type="sldNum" sz="quarter" idx="5"/>
          </p:nvPr>
        </p:nvSpPr>
        <p:spPr/>
        <p:txBody>
          <a:bodyPr/>
          <a:lstStyle/>
          <a:p>
            <a:fld id="{65900C33-90AE-4963-9AD8-3B07939F57E9}" type="slidenum">
              <a:rPr lang="en-GB" smtClean="0"/>
              <a:t>7</a:t>
            </a:fld>
            <a:endParaRPr lang="en-GB"/>
          </a:p>
        </p:txBody>
      </p:sp>
    </p:spTree>
    <p:extLst>
      <p:ext uri="{BB962C8B-B14F-4D97-AF65-F5344CB8AC3E}">
        <p14:creationId xmlns:p14="http://schemas.microsoft.com/office/powerpoint/2010/main" val="527801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932C8-49FE-75CA-43E1-5F6692A29FD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DC25B00-C77E-4FB2-81CF-3EC268E427E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8A3A39-A5BB-1B46-48F6-B058FA4D3C5E}"/>
              </a:ext>
            </a:extLst>
          </p:cNvPr>
          <p:cNvSpPr>
            <a:spLocks noGrp="1"/>
          </p:cNvSpPr>
          <p:nvPr>
            <p:ph type="body" idx="1"/>
          </p:nvPr>
        </p:nvSpPr>
        <p:spPr/>
        <p:txBody>
          <a:bodyPr/>
          <a:lstStyle/>
          <a:p>
            <a:endParaRPr lang="en-US"/>
          </a:p>
        </p:txBody>
      </p:sp>
      <p:sp>
        <p:nvSpPr>
          <p:cNvPr id="4" name="Espaço Reservado para Número de Slide 3">
            <a:extLst>
              <a:ext uri="{FF2B5EF4-FFF2-40B4-BE49-F238E27FC236}">
                <a16:creationId xmlns:a16="http://schemas.microsoft.com/office/drawing/2014/main" id="{D7BAE825-0C17-AEEA-ABF6-221C88CACBAB}"/>
              </a:ext>
            </a:extLst>
          </p:cNvPr>
          <p:cNvSpPr>
            <a:spLocks noGrp="1"/>
          </p:cNvSpPr>
          <p:nvPr>
            <p:ph type="sldNum" sz="quarter" idx="5"/>
          </p:nvPr>
        </p:nvSpPr>
        <p:spPr/>
        <p:txBody>
          <a:bodyPr/>
          <a:lstStyle/>
          <a:p>
            <a:fld id="{65900C33-90AE-4963-9AD8-3B07939F57E9}" type="slidenum">
              <a:rPr lang="en-GB" smtClean="0"/>
              <a:t>8</a:t>
            </a:fld>
            <a:endParaRPr lang="en-GB"/>
          </a:p>
        </p:txBody>
      </p:sp>
    </p:spTree>
    <p:extLst>
      <p:ext uri="{BB962C8B-B14F-4D97-AF65-F5344CB8AC3E}">
        <p14:creationId xmlns:p14="http://schemas.microsoft.com/office/powerpoint/2010/main" val="15725059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hyperlink" Target="http://www.kantarmedia.com/" TargetMode="External"/><Relationship Id="rId2" Type="http://schemas.openxmlformats.org/officeDocument/2006/relationships/hyperlink" Target="http://www.kantaribopemedia.com/" TargetMode="External"/><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28DEC1-B4FA-4ABC-9408-0AF58EB510B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0001" y="544194"/>
            <a:ext cx="5075600" cy="381006"/>
          </a:xfrm>
          <a:prstGeom prst="rect">
            <a:avLst/>
          </a:prstGeom>
        </p:spPr>
      </p:pic>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lvl1pPr>
          </a:lstStyle>
          <a:p>
            <a:pPr lvl="0"/>
            <a:r>
              <a:rPr lang="en-GB"/>
              <a:t>Click to add text</a:t>
            </a:r>
          </a:p>
        </p:txBody>
      </p:sp>
    </p:spTree>
    <p:extLst>
      <p:ext uri="{BB962C8B-B14F-4D97-AF65-F5344CB8AC3E}">
        <p14:creationId xmlns:p14="http://schemas.microsoft.com/office/powerpoint/2010/main" val="10814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whit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76DF9B-10A7-4F1F-85FA-831946D90F4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0001" y="544194"/>
            <a:ext cx="5075600" cy="381006"/>
          </a:xfrm>
          <a:prstGeom prst="rect">
            <a:avLst/>
          </a:prstGeom>
        </p:spPr>
      </p:pic>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lvl1pPr>
          </a:lstStyle>
          <a:p>
            <a:pPr lvl="0"/>
            <a:r>
              <a:rPr lang="en-US"/>
              <a:t>Click to add text</a:t>
            </a:r>
          </a:p>
        </p:txBody>
      </p:sp>
      <p:pic>
        <p:nvPicPr>
          <p:cNvPr id="12" name="Picture 11">
            <a:extLst>
              <a:ext uri="{FF2B5EF4-FFF2-40B4-BE49-F238E27FC236}">
                <a16:creationId xmlns:a16="http://schemas.microsoft.com/office/drawing/2014/main" id="{8367E2D2-7C31-4CEA-8775-7B4E031C034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213475" y="1490401"/>
            <a:ext cx="63612" cy="4500000"/>
          </a:xfrm>
          <a:prstGeom prst="rect">
            <a:avLst/>
          </a:prstGeom>
        </p:spPr>
      </p:pic>
    </p:spTree>
    <p:extLst>
      <p:ext uri="{BB962C8B-B14F-4D97-AF65-F5344CB8AC3E}">
        <p14:creationId xmlns:p14="http://schemas.microsoft.com/office/powerpoint/2010/main" val="2717464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1 (black)">
    <p:bg>
      <p:bgPr>
        <a:solidFill>
          <a:srgbClr val="0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E48DE8-5FEE-40DC-927E-9B13FC5B158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0000" y="543573"/>
            <a:ext cx="5083870" cy="381627"/>
          </a:xfrm>
          <a:prstGeom prst="rect">
            <a:avLst/>
          </a:prstGeom>
        </p:spPr>
      </p:pic>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rgbClr val="FFFFFF"/>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solidFill>
                  <a:srgbClr val="FFFFFF"/>
                </a:solidFill>
              </a:defRPr>
            </a:lvl1pPr>
          </a:lstStyle>
          <a:p>
            <a:pPr lvl="0"/>
            <a:r>
              <a:rPr lang="en-GB"/>
              <a:t>Click to add text</a:t>
            </a:r>
          </a:p>
        </p:txBody>
      </p:sp>
    </p:spTree>
    <p:extLst>
      <p:ext uri="{BB962C8B-B14F-4D97-AF65-F5344CB8AC3E}">
        <p14:creationId xmlns:p14="http://schemas.microsoft.com/office/powerpoint/2010/main" val="187733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black)">
    <p:bg>
      <p:bgPr>
        <a:solidFill>
          <a:srgbClr val="000000"/>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bg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solidFill>
                  <a:schemeClr val="bg1"/>
                </a:solidFill>
              </a:defRPr>
            </a:lvl1pPr>
          </a:lstStyle>
          <a:p>
            <a:pPr lvl="0"/>
            <a:r>
              <a:rPr lang="en-US"/>
              <a:t>Click to add text </a:t>
            </a:r>
          </a:p>
        </p:txBody>
      </p:sp>
      <p:pic>
        <p:nvPicPr>
          <p:cNvPr id="11" name="Picture 10">
            <a:extLst>
              <a:ext uri="{FF2B5EF4-FFF2-40B4-BE49-F238E27FC236}">
                <a16:creationId xmlns:a16="http://schemas.microsoft.com/office/drawing/2014/main" id="{AB940724-CD0A-4966-9236-B1E83A63E8E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13475" y="1490401"/>
            <a:ext cx="63612" cy="4500000"/>
          </a:xfrm>
          <a:prstGeom prst="rect">
            <a:avLst/>
          </a:prstGeom>
        </p:spPr>
      </p:pic>
      <p:pic>
        <p:nvPicPr>
          <p:cNvPr id="8" name="Picture 7">
            <a:extLst>
              <a:ext uri="{FF2B5EF4-FFF2-40B4-BE49-F238E27FC236}">
                <a16:creationId xmlns:a16="http://schemas.microsoft.com/office/drawing/2014/main" id="{AA4943B9-4145-4795-9C24-4C5ABF01295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60000" y="543573"/>
            <a:ext cx="5083870" cy="381627"/>
          </a:xfrm>
          <a:prstGeom prst="rect">
            <a:avLst/>
          </a:prstGeom>
        </p:spPr>
      </p:pic>
    </p:spTree>
    <p:extLst>
      <p:ext uri="{BB962C8B-B14F-4D97-AF65-F5344CB8AC3E}">
        <p14:creationId xmlns:p14="http://schemas.microsoft.com/office/powerpoint/2010/main" val="303885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hasCustomPrompt="1"/>
          </p:nvPr>
        </p:nvSpPr>
        <p:spPr>
          <a:xfrm>
            <a:off x="359999" y="2258559"/>
            <a:ext cx="5643563" cy="198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GB"/>
              <a:t>Click to add title</a:t>
            </a:r>
          </a:p>
        </p:txBody>
      </p:sp>
      <p:sp>
        <p:nvSpPr>
          <p:cNvPr id="5" name="Text Placeholder 2"/>
          <p:cNvSpPr>
            <a:spLocks noGrp="1"/>
          </p:cNvSpPr>
          <p:nvPr>
            <p:ph type="body" sz="quarter" idx="16" hasCustomPrompt="1"/>
          </p:nvPr>
        </p:nvSpPr>
        <p:spPr>
          <a:xfrm>
            <a:off x="359999" y="1713600"/>
            <a:ext cx="976676" cy="54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422516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bg>
      <p:bgPr>
        <a:solidFill>
          <a:srgbClr val="000000"/>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5" hasCustomPrompt="1"/>
          </p:nvPr>
        </p:nvSpPr>
        <p:spPr>
          <a:xfrm>
            <a:off x="359998" y="2257200"/>
            <a:ext cx="5643927" cy="198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bg1"/>
                </a:solidFill>
              </a:defRPr>
            </a:lvl2pPr>
          </a:lstStyle>
          <a:p>
            <a:pPr lvl="0"/>
            <a:r>
              <a:rPr lang="en-GB"/>
              <a:t>Click to add title</a:t>
            </a:r>
          </a:p>
        </p:txBody>
      </p:sp>
      <p:sp>
        <p:nvSpPr>
          <p:cNvPr id="7" name="Text Placeholder 2"/>
          <p:cNvSpPr>
            <a:spLocks noGrp="1"/>
          </p:cNvSpPr>
          <p:nvPr>
            <p:ph type="body" sz="quarter" idx="16" hasCustomPrompt="1"/>
          </p:nvPr>
        </p:nvSpPr>
        <p:spPr>
          <a:xfrm>
            <a:off x="360363" y="1713332"/>
            <a:ext cx="976312" cy="54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4160286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96ED-8270-4BD9-9069-84F474882F2A}"/>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ACA3A6B-089A-48DA-907F-9446B127609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3E873D13-8BEF-4470-A16D-19EDE6E7AAA3}"/>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50105BF4-D562-44BF-BA5C-F9CA4C0FE918}"/>
              </a:ext>
            </a:extLst>
          </p:cNvPr>
          <p:cNvSpPr>
            <a:spLocks noGrp="1"/>
          </p:cNvSpPr>
          <p:nvPr>
            <p:ph type="body" sz="quarter" idx="13" hasCustomPrompt="1"/>
          </p:nvPr>
        </p:nvSpPr>
        <p:spPr>
          <a:xfrm>
            <a:off x="360363" y="910800"/>
            <a:ext cx="11466000" cy="396000"/>
          </a:xfrm>
        </p:spPr>
        <p:txBody>
          <a:bodyPr/>
          <a:lstStyle>
            <a:lvl1pPr>
              <a:spcBef>
                <a:spcPts val="600"/>
              </a:spcBef>
              <a:defRPr sz="2200"/>
            </a:lvl1pPr>
          </a:lstStyle>
          <a:p>
            <a:pPr lvl="0"/>
            <a:r>
              <a:rPr lang="en-US"/>
              <a:t>Click to add subtitle</a:t>
            </a:r>
            <a:endParaRPr lang="en-GB"/>
          </a:p>
        </p:txBody>
      </p:sp>
      <p:sp>
        <p:nvSpPr>
          <p:cNvPr id="10" name="Content Placeholder 9">
            <a:extLst>
              <a:ext uri="{FF2B5EF4-FFF2-40B4-BE49-F238E27FC236}">
                <a16:creationId xmlns:a16="http://schemas.microsoft.com/office/drawing/2014/main" id="{E01F0EAC-DF03-4553-8D22-C26B163DC97D}"/>
              </a:ext>
            </a:extLst>
          </p:cNvPr>
          <p:cNvSpPr>
            <a:spLocks noGrp="1"/>
          </p:cNvSpPr>
          <p:nvPr>
            <p:ph sz="quarter" idx="14" hasCustomPrompt="1"/>
          </p:nvPr>
        </p:nvSpPr>
        <p:spPr>
          <a:xfrm>
            <a:off x="360363" y="1710000"/>
            <a:ext cx="11466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13390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x content +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7F44-1A9D-43CE-8B94-70E892BCC6C4}"/>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0F0CD56-CDEF-4F99-82E9-F8344BA7D8B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CAF17232-4933-4B44-AB0A-14F7352465FB}"/>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54A8CE99-0AD9-4D9C-9C09-47545620E96B}"/>
              </a:ext>
            </a:extLst>
          </p:cNvPr>
          <p:cNvSpPr>
            <a:spLocks noGrp="1"/>
          </p:cNvSpPr>
          <p:nvPr>
            <p:ph type="body" sz="quarter" idx="12" hasCustomPrompt="1"/>
          </p:nvPr>
        </p:nvSpPr>
        <p:spPr>
          <a:xfrm>
            <a:off x="360000" y="1710000"/>
            <a:ext cx="11464925"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58CF1398-AEAE-44BE-B05F-E03B17EB921A}"/>
              </a:ext>
            </a:extLst>
          </p:cNvPr>
          <p:cNvSpPr>
            <a:spLocks noGrp="1"/>
          </p:cNvSpPr>
          <p:nvPr>
            <p:ph sz="quarter" idx="13" hasCustomPrompt="1"/>
          </p:nvPr>
        </p:nvSpPr>
        <p:spPr>
          <a:xfrm>
            <a:off x="360000" y="2376000"/>
            <a:ext cx="11466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A51D583-D2F5-4206-82FD-3E7E687E574D}"/>
              </a:ext>
            </a:extLst>
          </p:cNvPr>
          <p:cNvSpPr>
            <a:spLocks noGrp="1"/>
          </p:cNvSpPr>
          <p:nvPr>
            <p:ph type="body" sz="quarter" idx="14" hasCustomPrompt="1"/>
          </p:nvPr>
        </p:nvSpPr>
        <p:spPr>
          <a:xfrm>
            <a:off x="360000" y="910800"/>
            <a:ext cx="11466513"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72511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67F2-B31E-4932-857C-E542EC7E06FE}"/>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4286C412-8D9A-4518-BD82-093D1D70BD3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458D1434-081E-42DD-A0E7-8AD211AD6053}"/>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F1D24B38-2DD2-4BE4-A6BC-6AB461A6A6AC}"/>
              </a:ext>
            </a:extLst>
          </p:cNvPr>
          <p:cNvSpPr>
            <a:spLocks noGrp="1"/>
          </p:cNvSpPr>
          <p:nvPr>
            <p:ph sz="quarter" idx="12" hasCustomPrompt="1"/>
          </p:nvPr>
        </p:nvSpPr>
        <p:spPr>
          <a:xfrm>
            <a:off x="360363" y="171000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A028BB49-92B7-4BBE-AD91-816AF9386D4C}"/>
              </a:ext>
            </a:extLst>
          </p:cNvPr>
          <p:cNvSpPr>
            <a:spLocks noGrp="1"/>
          </p:cNvSpPr>
          <p:nvPr>
            <p:ph sz="quarter" idx="13" hasCustomPrompt="1"/>
          </p:nvPr>
        </p:nvSpPr>
        <p:spPr>
          <a:xfrm>
            <a:off x="6200965" y="1710000"/>
            <a:ext cx="5626800" cy="3998913"/>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29FAE1AF-1132-4B0D-8DC6-F52576CE682C}"/>
              </a:ext>
            </a:extLst>
          </p:cNvPr>
          <p:cNvSpPr>
            <a:spLocks noGrp="1"/>
          </p:cNvSpPr>
          <p:nvPr>
            <p:ph type="body" sz="quarter" idx="14" hasCustomPrompt="1"/>
          </p:nvPr>
        </p:nvSpPr>
        <p:spPr>
          <a:xfrm>
            <a:off x="360363"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48281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2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7A87-9762-46A5-A1BF-60907C2C37A7}"/>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CEE70F8-6350-4489-8BF1-B1E111BCABD9}"/>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A50CCAD9-3BB6-43FD-8F71-48FD58809076}"/>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260E6D9E-AC7D-4CD8-9A1B-DC502AAB0B81}"/>
              </a:ext>
            </a:extLst>
          </p:cNvPr>
          <p:cNvSpPr>
            <a:spLocks noGrp="1"/>
          </p:cNvSpPr>
          <p:nvPr>
            <p:ph type="body" sz="quarter" idx="12" hasCustomPrompt="1"/>
          </p:nvPr>
        </p:nvSpPr>
        <p:spPr>
          <a:xfrm>
            <a:off x="360363" y="1710000"/>
            <a:ext cx="5626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0F252CF9-0987-4CBA-8CC7-B6582ECA2390}"/>
              </a:ext>
            </a:extLst>
          </p:cNvPr>
          <p:cNvSpPr>
            <a:spLocks noGrp="1"/>
          </p:cNvSpPr>
          <p:nvPr>
            <p:ph sz="quarter" idx="13" hasCustomPrompt="1"/>
          </p:nvPr>
        </p:nvSpPr>
        <p:spPr>
          <a:xfrm>
            <a:off x="360363" y="2376000"/>
            <a:ext cx="5626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FAA4903-9221-4FF9-912C-268A8584F333}"/>
              </a:ext>
            </a:extLst>
          </p:cNvPr>
          <p:cNvSpPr>
            <a:spLocks noGrp="1"/>
          </p:cNvSpPr>
          <p:nvPr>
            <p:ph type="body" sz="quarter" idx="14" hasCustomPrompt="1"/>
          </p:nvPr>
        </p:nvSpPr>
        <p:spPr>
          <a:xfrm>
            <a:off x="6202800" y="1710000"/>
            <a:ext cx="5626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3F8654F-9C23-4A2E-AF1D-7C6743D88CE6}"/>
              </a:ext>
            </a:extLst>
          </p:cNvPr>
          <p:cNvSpPr>
            <a:spLocks noGrp="1"/>
          </p:cNvSpPr>
          <p:nvPr>
            <p:ph sz="quarter" idx="15" hasCustomPrompt="1"/>
          </p:nvPr>
        </p:nvSpPr>
        <p:spPr>
          <a:xfrm>
            <a:off x="6202363" y="2376488"/>
            <a:ext cx="5626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D1F22C1D-496B-4E53-BF19-ED9291DCCF94}"/>
              </a:ext>
            </a:extLst>
          </p:cNvPr>
          <p:cNvSpPr>
            <a:spLocks noGrp="1"/>
          </p:cNvSpPr>
          <p:nvPr>
            <p:ph type="body" sz="quarter" idx="16" hasCustomPrompt="1"/>
          </p:nvPr>
        </p:nvSpPr>
        <p:spPr>
          <a:xfrm>
            <a:off x="360363" y="910800"/>
            <a:ext cx="11466512"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3909748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CC06-0E64-440D-9CE8-5164D165186F}"/>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490BAE0-3503-40B7-97FF-3BBA5C4DD77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A542D4FE-2A34-4C36-A765-CE00B9912ADD}"/>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D9E4B3E9-7CA2-4847-B7BD-96957DE30226}"/>
              </a:ext>
            </a:extLst>
          </p:cNvPr>
          <p:cNvSpPr>
            <a:spLocks noGrp="1"/>
          </p:cNvSpPr>
          <p:nvPr>
            <p:ph sz="quarter" idx="12" hasCustomPrompt="1"/>
          </p:nvPr>
        </p:nvSpPr>
        <p:spPr>
          <a:xfrm>
            <a:off x="360362"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910D5E0E-637F-4A32-A98F-3FE4ED81219E}"/>
              </a:ext>
            </a:extLst>
          </p:cNvPr>
          <p:cNvSpPr>
            <a:spLocks noGrp="1"/>
          </p:cNvSpPr>
          <p:nvPr>
            <p:ph sz="quarter" idx="13" hasCustomPrompt="1"/>
          </p:nvPr>
        </p:nvSpPr>
        <p:spPr>
          <a:xfrm>
            <a:off x="4257618"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6435609-FC5D-424F-A15C-A0856D1FFFF3}"/>
              </a:ext>
            </a:extLst>
          </p:cNvPr>
          <p:cNvSpPr>
            <a:spLocks noGrp="1"/>
          </p:cNvSpPr>
          <p:nvPr>
            <p:ph sz="quarter" idx="14" hasCustomPrompt="1"/>
          </p:nvPr>
        </p:nvSpPr>
        <p:spPr>
          <a:xfrm>
            <a:off x="8154874"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11">
            <a:extLst>
              <a:ext uri="{FF2B5EF4-FFF2-40B4-BE49-F238E27FC236}">
                <a16:creationId xmlns:a16="http://schemas.microsoft.com/office/drawing/2014/main" id="{F7582AC7-4667-407B-A5E8-45D6349311AA}"/>
              </a:ext>
            </a:extLst>
          </p:cNvPr>
          <p:cNvSpPr>
            <a:spLocks noGrp="1"/>
          </p:cNvSpPr>
          <p:nvPr>
            <p:ph type="body" sz="quarter" idx="15" hasCustomPrompt="1"/>
          </p:nvPr>
        </p:nvSpPr>
        <p:spPr>
          <a:xfrm>
            <a:off x="360000" y="910800"/>
            <a:ext cx="11466000"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1630979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3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AEE3-9929-4A79-A968-8D4311BF5D5E}"/>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DDAA155B-CCB9-45EF-83E7-A4F386C3D59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6E46BAB9-04B4-4317-A1F0-FDDB9A1286EA}"/>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02044888-1B05-4294-ABC2-A93A4A32E0DD}"/>
              </a:ext>
            </a:extLst>
          </p:cNvPr>
          <p:cNvSpPr>
            <a:spLocks noGrp="1"/>
          </p:cNvSpPr>
          <p:nvPr>
            <p:ph type="body" sz="quarter" idx="12" hasCustomPrompt="1"/>
          </p:nvPr>
        </p:nvSpPr>
        <p:spPr>
          <a:xfrm>
            <a:off x="360000" y="1710000"/>
            <a:ext cx="3672000" cy="604800"/>
          </a:xfrm>
        </p:spPr>
        <p:txBody>
          <a:bodyPr/>
          <a:lstStyle>
            <a:lvl1pPr>
              <a:defRPr b="1"/>
            </a:lvl1pPr>
          </a:lstStyle>
          <a:p>
            <a:pPr lvl="0"/>
            <a:r>
              <a:rPr lang="en-US"/>
              <a:t>Click to add text</a:t>
            </a:r>
          </a:p>
        </p:txBody>
      </p:sp>
      <p:sp>
        <p:nvSpPr>
          <p:cNvPr id="8" name="Content Placeholder 7">
            <a:extLst>
              <a:ext uri="{FF2B5EF4-FFF2-40B4-BE49-F238E27FC236}">
                <a16:creationId xmlns:a16="http://schemas.microsoft.com/office/drawing/2014/main" id="{FB8C48F8-FEC0-41E0-BBB9-68EC3003D7D8}"/>
              </a:ext>
            </a:extLst>
          </p:cNvPr>
          <p:cNvSpPr>
            <a:spLocks noGrp="1"/>
          </p:cNvSpPr>
          <p:nvPr>
            <p:ph sz="quarter" idx="13" hasCustomPrompt="1"/>
          </p:nvPr>
        </p:nvSpPr>
        <p:spPr>
          <a:xfrm>
            <a:off x="360363"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F59D2917-03D0-4000-AA1D-13CEEB10FBFD}"/>
              </a:ext>
            </a:extLst>
          </p:cNvPr>
          <p:cNvSpPr>
            <a:spLocks noGrp="1"/>
          </p:cNvSpPr>
          <p:nvPr>
            <p:ph type="body" sz="quarter" idx="14" hasCustomPrompt="1"/>
          </p:nvPr>
        </p:nvSpPr>
        <p:spPr>
          <a:xfrm>
            <a:off x="4257437" y="1710000"/>
            <a:ext cx="36720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DE23886-2490-491C-8436-F655BBCD8C99}"/>
              </a:ext>
            </a:extLst>
          </p:cNvPr>
          <p:cNvSpPr>
            <a:spLocks noGrp="1"/>
          </p:cNvSpPr>
          <p:nvPr>
            <p:ph sz="quarter" idx="15" hasCustomPrompt="1"/>
          </p:nvPr>
        </p:nvSpPr>
        <p:spPr>
          <a:xfrm>
            <a:off x="4257619" y="2376488"/>
            <a:ext cx="36720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51DA3C15-7E9D-4E22-895A-F50878BD332E}"/>
              </a:ext>
            </a:extLst>
          </p:cNvPr>
          <p:cNvSpPr>
            <a:spLocks noGrp="1"/>
          </p:cNvSpPr>
          <p:nvPr>
            <p:ph type="body" sz="quarter" idx="16" hasCustomPrompt="1"/>
          </p:nvPr>
        </p:nvSpPr>
        <p:spPr>
          <a:xfrm>
            <a:off x="8154874" y="1710000"/>
            <a:ext cx="3672000" cy="604838"/>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C41F52C9-6836-4FC9-99EA-1BF6FF01DF3F}"/>
              </a:ext>
            </a:extLst>
          </p:cNvPr>
          <p:cNvSpPr>
            <a:spLocks noGrp="1"/>
          </p:cNvSpPr>
          <p:nvPr>
            <p:ph sz="quarter" idx="17" hasCustomPrompt="1"/>
          </p:nvPr>
        </p:nvSpPr>
        <p:spPr>
          <a:xfrm>
            <a:off x="8154874"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593581B-25F6-45F4-A388-25B91698559B}"/>
              </a:ext>
            </a:extLst>
          </p:cNvPr>
          <p:cNvSpPr>
            <a:spLocks noGrp="1"/>
          </p:cNvSpPr>
          <p:nvPr>
            <p:ph type="body" sz="quarter" idx="18" hasCustomPrompt="1"/>
          </p:nvPr>
        </p:nvSpPr>
        <p:spPr>
          <a:xfrm>
            <a:off x="360000"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409572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880B-B2A1-4343-8F1B-D11FAEA2A2C5}"/>
              </a:ext>
            </a:extLst>
          </p:cNvPr>
          <p:cNvSpPr>
            <a:spLocks noGrp="1"/>
          </p:cNvSpPr>
          <p:nvPr>
            <p:ph type="title" hasCustomPrompt="1"/>
          </p:nvPr>
        </p:nvSpPr>
        <p:spPr>
          <a:xfrm>
            <a:off x="359999" y="430718"/>
            <a:ext cx="11466875" cy="403200"/>
          </a:xfrm>
        </p:spPr>
        <p:txBody>
          <a:bodyPr/>
          <a:lstStyle/>
          <a:p>
            <a:r>
              <a:rPr lang="en-US"/>
              <a:t>Click to add title</a:t>
            </a:r>
            <a:endParaRPr lang="en-GB"/>
          </a:p>
        </p:txBody>
      </p:sp>
      <p:sp>
        <p:nvSpPr>
          <p:cNvPr id="3" name="Slide Number Placeholder 2">
            <a:extLst>
              <a:ext uri="{FF2B5EF4-FFF2-40B4-BE49-F238E27FC236}">
                <a16:creationId xmlns:a16="http://schemas.microsoft.com/office/drawing/2014/main" id="{C41184D5-78E0-4646-8F38-C52C718FF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09802832-2B66-4562-9C71-D7D1507397C2}"/>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AEF49FA9-6D89-44C4-B6C9-EA8D7FB75632}"/>
              </a:ext>
            </a:extLst>
          </p:cNvPr>
          <p:cNvSpPr>
            <a:spLocks noGrp="1"/>
          </p:cNvSpPr>
          <p:nvPr>
            <p:ph sz="quarter" idx="12" hasCustomPrompt="1"/>
          </p:nvPr>
        </p:nvSpPr>
        <p:spPr>
          <a:xfrm>
            <a:off x="360362"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BAD1D924-231B-4C18-8E90-2DFF9C04EF04}"/>
              </a:ext>
            </a:extLst>
          </p:cNvPr>
          <p:cNvSpPr>
            <a:spLocks noGrp="1"/>
          </p:cNvSpPr>
          <p:nvPr>
            <p:ph sz="quarter" idx="13" hasCustomPrompt="1"/>
          </p:nvPr>
        </p:nvSpPr>
        <p:spPr>
          <a:xfrm>
            <a:off x="3272933"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9EF0024D-3708-4302-8C69-256AD7593873}"/>
              </a:ext>
            </a:extLst>
          </p:cNvPr>
          <p:cNvSpPr>
            <a:spLocks noGrp="1"/>
          </p:cNvSpPr>
          <p:nvPr>
            <p:ph sz="quarter" idx="14" hasCustomPrompt="1"/>
          </p:nvPr>
        </p:nvSpPr>
        <p:spPr>
          <a:xfrm>
            <a:off x="618550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E3415997-1B6E-4BEC-B682-F9280D0D5E3E}"/>
              </a:ext>
            </a:extLst>
          </p:cNvPr>
          <p:cNvSpPr>
            <a:spLocks noGrp="1"/>
          </p:cNvSpPr>
          <p:nvPr>
            <p:ph sz="quarter" idx="15" hasCustomPrompt="1"/>
          </p:nvPr>
        </p:nvSpPr>
        <p:spPr>
          <a:xfrm>
            <a:off x="909807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A97B1331-D3E0-4904-82E5-02B601057EBC}"/>
              </a:ext>
            </a:extLst>
          </p:cNvPr>
          <p:cNvSpPr>
            <a:spLocks noGrp="1"/>
          </p:cNvSpPr>
          <p:nvPr>
            <p:ph type="body" sz="quarter" idx="16" hasCustomPrompt="1"/>
          </p:nvPr>
        </p:nvSpPr>
        <p:spPr>
          <a:xfrm>
            <a:off x="360000"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272852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4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C45C-9BBB-4B14-BC71-8D9593AF9252}"/>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DCA3869-0626-4D7E-A07F-ED2B248D284C}"/>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F29845BF-B227-4307-81B9-E7C8FC57CD26}"/>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C1A4FC7E-D91D-407A-BFBE-F405D6BBEA67}"/>
              </a:ext>
            </a:extLst>
          </p:cNvPr>
          <p:cNvSpPr>
            <a:spLocks noGrp="1"/>
          </p:cNvSpPr>
          <p:nvPr>
            <p:ph type="body" sz="quarter" idx="12" hasCustomPrompt="1"/>
          </p:nvPr>
        </p:nvSpPr>
        <p:spPr>
          <a:xfrm>
            <a:off x="360000" y="1710000"/>
            <a:ext cx="2728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129916EF-EC2F-4137-B182-AA5508918E8F}"/>
              </a:ext>
            </a:extLst>
          </p:cNvPr>
          <p:cNvSpPr>
            <a:spLocks noGrp="1"/>
          </p:cNvSpPr>
          <p:nvPr>
            <p:ph sz="quarter" idx="13" hasCustomPrompt="1"/>
          </p:nvPr>
        </p:nvSpPr>
        <p:spPr>
          <a:xfrm>
            <a:off x="360000"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D9A3CD5-4B7B-41AC-BFD5-7AA2D853D03E}"/>
              </a:ext>
            </a:extLst>
          </p:cNvPr>
          <p:cNvSpPr>
            <a:spLocks noGrp="1"/>
          </p:cNvSpPr>
          <p:nvPr>
            <p:ph type="body" sz="quarter" idx="14" hasCustomPrompt="1"/>
          </p:nvPr>
        </p:nvSpPr>
        <p:spPr>
          <a:xfrm>
            <a:off x="3272691" y="1710000"/>
            <a:ext cx="2728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35F727AD-E63B-412E-B986-D86DFE5EED29}"/>
              </a:ext>
            </a:extLst>
          </p:cNvPr>
          <p:cNvSpPr>
            <a:spLocks noGrp="1"/>
          </p:cNvSpPr>
          <p:nvPr>
            <p:ph sz="quarter" idx="15" hasCustomPrompt="1"/>
          </p:nvPr>
        </p:nvSpPr>
        <p:spPr>
          <a:xfrm>
            <a:off x="3272691" y="2376488"/>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CEE6CD4-960B-4926-8A35-E8FF363F8723}"/>
              </a:ext>
            </a:extLst>
          </p:cNvPr>
          <p:cNvSpPr>
            <a:spLocks noGrp="1"/>
          </p:cNvSpPr>
          <p:nvPr>
            <p:ph type="body" sz="quarter" idx="16" hasCustomPrompt="1"/>
          </p:nvPr>
        </p:nvSpPr>
        <p:spPr>
          <a:xfrm>
            <a:off x="6185382" y="1710000"/>
            <a:ext cx="27288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E544BF1C-E9EC-43D2-A239-79E43B7C24CD}"/>
              </a:ext>
            </a:extLst>
          </p:cNvPr>
          <p:cNvSpPr>
            <a:spLocks noGrp="1"/>
          </p:cNvSpPr>
          <p:nvPr>
            <p:ph sz="quarter" idx="17" hasCustomPrompt="1"/>
          </p:nvPr>
        </p:nvSpPr>
        <p:spPr>
          <a:xfrm>
            <a:off x="6185382"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27027DC-FD56-4CD6-8B38-7C623A97D1C4}"/>
              </a:ext>
            </a:extLst>
          </p:cNvPr>
          <p:cNvSpPr>
            <a:spLocks noGrp="1"/>
          </p:cNvSpPr>
          <p:nvPr>
            <p:ph type="body" sz="quarter" idx="18" hasCustomPrompt="1"/>
          </p:nvPr>
        </p:nvSpPr>
        <p:spPr>
          <a:xfrm>
            <a:off x="9098074" y="1710000"/>
            <a:ext cx="27288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5513656D-7804-45C7-9561-4FFDBE1F523B}"/>
              </a:ext>
            </a:extLst>
          </p:cNvPr>
          <p:cNvSpPr>
            <a:spLocks noGrp="1"/>
          </p:cNvSpPr>
          <p:nvPr>
            <p:ph sz="quarter" idx="19" hasCustomPrompt="1"/>
          </p:nvPr>
        </p:nvSpPr>
        <p:spPr>
          <a:xfrm>
            <a:off x="9098074" y="2376488"/>
            <a:ext cx="2728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A444E5-6DCB-4387-82D7-374FBA34E3ED}"/>
              </a:ext>
            </a:extLst>
          </p:cNvPr>
          <p:cNvSpPr>
            <a:spLocks noGrp="1"/>
          </p:cNvSpPr>
          <p:nvPr>
            <p:ph type="body" sz="quarter" idx="20" hasCustomPrompt="1"/>
          </p:nvPr>
        </p:nvSpPr>
        <p:spPr>
          <a:xfrm>
            <a:off x="360363" y="910800"/>
            <a:ext cx="11466512"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345885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5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ED13-8109-40D7-B85E-48D72364D6E5}"/>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5A60EB60-D174-4782-B63F-DCF2657E1B1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E54526FD-FB6E-4148-89B3-7D266E27BD8F}"/>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AC5E99A7-B8B8-4860-8872-63A20BC4983E}"/>
              </a:ext>
            </a:extLst>
          </p:cNvPr>
          <p:cNvSpPr>
            <a:spLocks noGrp="1"/>
          </p:cNvSpPr>
          <p:nvPr>
            <p:ph sz="quarter" idx="12" hasCustomPrompt="1"/>
          </p:nvPr>
        </p:nvSpPr>
        <p:spPr>
          <a:xfrm>
            <a:off x="360363"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7136CF45-35B9-4F30-93CE-11D7DC6AE4AB}"/>
              </a:ext>
            </a:extLst>
          </p:cNvPr>
          <p:cNvSpPr>
            <a:spLocks noGrp="1"/>
          </p:cNvSpPr>
          <p:nvPr>
            <p:ph sz="quarter" idx="13" hasCustomPrompt="1"/>
          </p:nvPr>
        </p:nvSpPr>
        <p:spPr>
          <a:xfrm>
            <a:off x="2689691"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190C909-262D-4930-924B-8C4285CF8554}"/>
              </a:ext>
            </a:extLst>
          </p:cNvPr>
          <p:cNvSpPr>
            <a:spLocks noGrp="1"/>
          </p:cNvSpPr>
          <p:nvPr>
            <p:ph sz="quarter" idx="14" hasCustomPrompt="1"/>
          </p:nvPr>
        </p:nvSpPr>
        <p:spPr>
          <a:xfrm>
            <a:off x="5019019"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C18864E4-1D92-4544-8F52-1155810D7924}"/>
              </a:ext>
            </a:extLst>
          </p:cNvPr>
          <p:cNvSpPr>
            <a:spLocks noGrp="1"/>
          </p:cNvSpPr>
          <p:nvPr>
            <p:ph sz="quarter" idx="15" hasCustomPrompt="1"/>
          </p:nvPr>
        </p:nvSpPr>
        <p:spPr>
          <a:xfrm>
            <a:off x="7348347"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E68E0E68-5345-4D62-8D07-AE58AE330678}"/>
              </a:ext>
            </a:extLst>
          </p:cNvPr>
          <p:cNvSpPr>
            <a:spLocks noGrp="1"/>
          </p:cNvSpPr>
          <p:nvPr>
            <p:ph sz="quarter" idx="16" hasCustomPrompt="1"/>
          </p:nvPr>
        </p:nvSpPr>
        <p:spPr>
          <a:xfrm>
            <a:off x="9677674"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5">
            <a:extLst>
              <a:ext uri="{FF2B5EF4-FFF2-40B4-BE49-F238E27FC236}">
                <a16:creationId xmlns:a16="http://schemas.microsoft.com/office/drawing/2014/main" id="{3E23F4F6-B0E8-4724-933C-35F21A7E4235}"/>
              </a:ext>
            </a:extLst>
          </p:cNvPr>
          <p:cNvSpPr>
            <a:spLocks noGrp="1"/>
          </p:cNvSpPr>
          <p:nvPr>
            <p:ph type="body" sz="quarter" idx="17" hasCustomPrompt="1"/>
          </p:nvPr>
        </p:nvSpPr>
        <p:spPr>
          <a:xfrm>
            <a:off x="360874" y="910800"/>
            <a:ext cx="11466000"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415243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5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C433-9252-44D6-8AA4-495DB59340DB}"/>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A76AA46E-1017-4823-B4EC-B35766CE676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01E1B86A-68D0-4D2D-A5CB-00F231C8BC28}"/>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634B8469-FF2E-4467-8E43-A49A3388A2F3}"/>
              </a:ext>
            </a:extLst>
          </p:cNvPr>
          <p:cNvSpPr>
            <a:spLocks noGrp="1"/>
          </p:cNvSpPr>
          <p:nvPr>
            <p:ph type="body" sz="quarter" idx="12" hasCustomPrompt="1"/>
          </p:nvPr>
        </p:nvSpPr>
        <p:spPr>
          <a:xfrm>
            <a:off x="360363" y="1710000"/>
            <a:ext cx="21492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6F0DDC14-9B67-4FE8-BC58-A70501A5344F}"/>
              </a:ext>
            </a:extLst>
          </p:cNvPr>
          <p:cNvSpPr>
            <a:spLocks noGrp="1"/>
          </p:cNvSpPr>
          <p:nvPr>
            <p:ph sz="quarter" idx="13" hasCustomPrompt="1"/>
          </p:nvPr>
        </p:nvSpPr>
        <p:spPr>
          <a:xfrm>
            <a:off x="360000"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A007D028-2ECB-46AF-8517-CCF9C089D819}"/>
              </a:ext>
            </a:extLst>
          </p:cNvPr>
          <p:cNvSpPr>
            <a:spLocks noGrp="1"/>
          </p:cNvSpPr>
          <p:nvPr>
            <p:ph type="body" sz="quarter" idx="14" hasCustomPrompt="1"/>
          </p:nvPr>
        </p:nvSpPr>
        <p:spPr>
          <a:xfrm>
            <a:off x="2689691" y="1710000"/>
            <a:ext cx="21492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F1DDE75-E486-4A48-BDBB-2C2A5B5E64D3}"/>
              </a:ext>
            </a:extLst>
          </p:cNvPr>
          <p:cNvSpPr>
            <a:spLocks noGrp="1"/>
          </p:cNvSpPr>
          <p:nvPr>
            <p:ph sz="quarter" idx="15" hasCustomPrompt="1"/>
          </p:nvPr>
        </p:nvSpPr>
        <p:spPr>
          <a:xfrm>
            <a:off x="2689419"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7A506B6-1DA9-4CD7-9F56-C6BF2FDC187B}"/>
              </a:ext>
            </a:extLst>
          </p:cNvPr>
          <p:cNvSpPr>
            <a:spLocks noGrp="1"/>
          </p:cNvSpPr>
          <p:nvPr>
            <p:ph type="body" sz="quarter" idx="16" hasCustomPrompt="1"/>
          </p:nvPr>
        </p:nvSpPr>
        <p:spPr>
          <a:xfrm>
            <a:off x="5019019" y="1710000"/>
            <a:ext cx="21492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3F41FFAE-2857-4B94-916D-0210AE0A1766}"/>
              </a:ext>
            </a:extLst>
          </p:cNvPr>
          <p:cNvSpPr>
            <a:spLocks noGrp="1"/>
          </p:cNvSpPr>
          <p:nvPr>
            <p:ph sz="quarter" idx="17" hasCustomPrompt="1"/>
          </p:nvPr>
        </p:nvSpPr>
        <p:spPr>
          <a:xfrm>
            <a:off x="5018838"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8C34C508-C3AF-422F-B1C7-A38F34513AB7}"/>
              </a:ext>
            </a:extLst>
          </p:cNvPr>
          <p:cNvSpPr>
            <a:spLocks noGrp="1"/>
          </p:cNvSpPr>
          <p:nvPr>
            <p:ph type="body" sz="quarter" idx="18" hasCustomPrompt="1"/>
          </p:nvPr>
        </p:nvSpPr>
        <p:spPr>
          <a:xfrm>
            <a:off x="7348347" y="1710000"/>
            <a:ext cx="21492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0D9455C4-8047-4B5B-B5BC-4A0379405BC2}"/>
              </a:ext>
            </a:extLst>
          </p:cNvPr>
          <p:cNvSpPr>
            <a:spLocks noGrp="1"/>
          </p:cNvSpPr>
          <p:nvPr>
            <p:ph sz="quarter" idx="19" hasCustomPrompt="1"/>
          </p:nvPr>
        </p:nvSpPr>
        <p:spPr>
          <a:xfrm>
            <a:off x="7348257" y="2376488"/>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EAC907-A41C-4782-BCD8-2B8C0ADD422D}"/>
              </a:ext>
            </a:extLst>
          </p:cNvPr>
          <p:cNvSpPr>
            <a:spLocks noGrp="1"/>
          </p:cNvSpPr>
          <p:nvPr>
            <p:ph type="body" sz="quarter" idx="20" hasCustomPrompt="1"/>
          </p:nvPr>
        </p:nvSpPr>
        <p:spPr>
          <a:xfrm>
            <a:off x="9677674" y="1710000"/>
            <a:ext cx="21492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056BBA8E-FD61-47C5-A779-B66918B4D327}"/>
              </a:ext>
            </a:extLst>
          </p:cNvPr>
          <p:cNvSpPr>
            <a:spLocks noGrp="1"/>
          </p:cNvSpPr>
          <p:nvPr>
            <p:ph sz="quarter" idx="21" hasCustomPrompt="1"/>
          </p:nvPr>
        </p:nvSpPr>
        <p:spPr>
          <a:xfrm>
            <a:off x="9677674"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48EED4C4-55A2-440F-BFEB-B054C51690A5}"/>
              </a:ext>
            </a:extLst>
          </p:cNvPr>
          <p:cNvSpPr>
            <a:spLocks noGrp="1"/>
          </p:cNvSpPr>
          <p:nvPr>
            <p:ph type="body" sz="quarter" idx="22" hasCustomPrompt="1"/>
          </p:nvPr>
        </p:nvSpPr>
        <p:spPr>
          <a:xfrm>
            <a:off x="360000" y="910800"/>
            <a:ext cx="11466000"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225625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6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F353-7CBB-4EBB-BB48-0DDB45E9B8E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55794D1-DF29-4B89-9359-EE65C8A56AFE}"/>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5C772A83-22C7-42BE-87D1-B99FEC13505C}"/>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127B7932-7D06-4E7E-AF70-44D39F481C0B}"/>
              </a:ext>
            </a:extLst>
          </p:cNvPr>
          <p:cNvSpPr>
            <a:spLocks noGrp="1"/>
          </p:cNvSpPr>
          <p:nvPr>
            <p:ph sz="quarter" idx="12" hasCustomPrompt="1"/>
          </p:nvPr>
        </p:nvSpPr>
        <p:spPr>
          <a:xfrm>
            <a:off x="3600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2FB353AB-4D08-4BBD-91C2-E6A30A5F493F}"/>
              </a:ext>
            </a:extLst>
          </p:cNvPr>
          <p:cNvSpPr>
            <a:spLocks noGrp="1"/>
          </p:cNvSpPr>
          <p:nvPr>
            <p:ph sz="quarter" idx="13" hasCustomPrompt="1"/>
          </p:nvPr>
        </p:nvSpPr>
        <p:spPr>
          <a:xfrm>
            <a:off x="230112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F4A6B5AF-EB3C-46C5-B212-27204822781C}"/>
              </a:ext>
            </a:extLst>
          </p:cNvPr>
          <p:cNvSpPr>
            <a:spLocks noGrp="1"/>
          </p:cNvSpPr>
          <p:nvPr>
            <p:ph sz="quarter" idx="14" hasCustomPrompt="1"/>
          </p:nvPr>
        </p:nvSpPr>
        <p:spPr>
          <a:xfrm>
            <a:off x="424224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5800475F-DBE2-47A0-89B9-1175EDD8427E}"/>
              </a:ext>
            </a:extLst>
          </p:cNvPr>
          <p:cNvSpPr>
            <a:spLocks noGrp="1"/>
          </p:cNvSpPr>
          <p:nvPr>
            <p:ph sz="quarter" idx="15" hasCustomPrompt="1"/>
          </p:nvPr>
        </p:nvSpPr>
        <p:spPr>
          <a:xfrm>
            <a:off x="618336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0B5CE08A-01D2-488B-843A-CA3415AB7320}"/>
              </a:ext>
            </a:extLst>
          </p:cNvPr>
          <p:cNvSpPr>
            <a:spLocks noGrp="1"/>
          </p:cNvSpPr>
          <p:nvPr>
            <p:ph sz="quarter" idx="16" hasCustomPrompt="1"/>
          </p:nvPr>
        </p:nvSpPr>
        <p:spPr>
          <a:xfrm>
            <a:off x="812448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5">
            <a:extLst>
              <a:ext uri="{FF2B5EF4-FFF2-40B4-BE49-F238E27FC236}">
                <a16:creationId xmlns:a16="http://schemas.microsoft.com/office/drawing/2014/main" id="{39BAB9BC-6F39-4494-87B4-04D45B7607BE}"/>
              </a:ext>
            </a:extLst>
          </p:cNvPr>
          <p:cNvSpPr>
            <a:spLocks noGrp="1"/>
          </p:cNvSpPr>
          <p:nvPr>
            <p:ph sz="quarter" idx="17" hasCustomPrompt="1"/>
          </p:nvPr>
        </p:nvSpPr>
        <p:spPr>
          <a:xfrm>
            <a:off x="100656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569F7FED-54BA-4C56-83A5-FA8601194047}"/>
              </a:ext>
            </a:extLst>
          </p:cNvPr>
          <p:cNvSpPr>
            <a:spLocks noGrp="1"/>
          </p:cNvSpPr>
          <p:nvPr>
            <p:ph type="body" sz="quarter" idx="18" hasCustomPrompt="1"/>
          </p:nvPr>
        </p:nvSpPr>
        <p:spPr>
          <a:xfrm>
            <a:off x="360000" y="910800"/>
            <a:ext cx="11466000" cy="396000"/>
          </a:xfrm>
        </p:spPr>
        <p:txBody>
          <a:bodyPr/>
          <a:lstStyle>
            <a:lvl1pPr>
              <a:spcBef>
                <a:spcPts val="600"/>
              </a:spcBef>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1820799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6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FA1-AACD-4AC6-8977-227A1E8204A7}"/>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9E9A02C0-437A-4731-B690-16D1AFCAA82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B7CC7B4E-73B3-4F33-A7FC-00F64BC9BBCD}"/>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570764FD-7DA2-4FE5-A31B-6691075F4688}"/>
              </a:ext>
            </a:extLst>
          </p:cNvPr>
          <p:cNvSpPr>
            <a:spLocks noGrp="1"/>
          </p:cNvSpPr>
          <p:nvPr>
            <p:ph type="body" sz="quarter" idx="12" hasCustomPrompt="1"/>
          </p:nvPr>
        </p:nvSpPr>
        <p:spPr>
          <a:xfrm>
            <a:off x="360000" y="1708149"/>
            <a:ext cx="17604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CBC0C4CA-E13F-460B-A188-81482902B701}"/>
              </a:ext>
            </a:extLst>
          </p:cNvPr>
          <p:cNvSpPr>
            <a:spLocks noGrp="1"/>
          </p:cNvSpPr>
          <p:nvPr>
            <p:ph sz="quarter" idx="13" hasCustomPrompt="1"/>
          </p:nvPr>
        </p:nvSpPr>
        <p:spPr>
          <a:xfrm>
            <a:off x="3600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E105AA54-6669-4974-B1E8-3E58001D876E}"/>
              </a:ext>
            </a:extLst>
          </p:cNvPr>
          <p:cNvSpPr>
            <a:spLocks noGrp="1"/>
          </p:cNvSpPr>
          <p:nvPr>
            <p:ph type="body" sz="quarter" idx="14" hasCustomPrompt="1"/>
          </p:nvPr>
        </p:nvSpPr>
        <p:spPr>
          <a:xfrm>
            <a:off x="2301120" y="1708149"/>
            <a:ext cx="17604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2A0DDBF-A8B7-4F77-B8D5-E6CF8FB015AE}"/>
              </a:ext>
            </a:extLst>
          </p:cNvPr>
          <p:cNvSpPr>
            <a:spLocks noGrp="1"/>
          </p:cNvSpPr>
          <p:nvPr>
            <p:ph sz="quarter" idx="15" hasCustomPrompt="1"/>
          </p:nvPr>
        </p:nvSpPr>
        <p:spPr>
          <a:xfrm>
            <a:off x="230112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E793D7A9-75C8-4028-9CA8-F07E93F82E4E}"/>
              </a:ext>
            </a:extLst>
          </p:cNvPr>
          <p:cNvSpPr>
            <a:spLocks noGrp="1"/>
          </p:cNvSpPr>
          <p:nvPr>
            <p:ph type="body" sz="quarter" idx="16" hasCustomPrompt="1"/>
          </p:nvPr>
        </p:nvSpPr>
        <p:spPr>
          <a:xfrm>
            <a:off x="4242240" y="1708150"/>
            <a:ext cx="17604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9B5E2A26-6C2A-419D-B4DC-291BA85B0C8A}"/>
              </a:ext>
            </a:extLst>
          </p:cNvPr>
          <p:cNvSpPr>
            <a:spLocks noGrp="1"/>
          </p:cNvSpPr>
          <p:nvPr>
            <p:ph sz="quarter" idx="17" hasCustomPrompt="1"/>
          </p:nvPr>
        </p:nvSpPr>
        <p:spPr>
          <a:xfrm>
            <a:off x="424224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DE92C5F-EFFE-48BF-93E1-CC78EFCD2947}"/>
              </a:ext>
            </a:extLst>
          </p:cNvPr>
          <p:cNvSpPr>
            <a:spLocks noGrp="1"/>
          </p:cNvSpPr>
          <p:nvPr>
            <p:ph type="body" sz="quarter" idx="18" hasCustomPrompt="1"/>
          </p:nvPr>
        </p:nvSpPr>
        <p:spPr>
          <a:xfrm>
            <a:off x="6183360" y="1708149"/>
            <a:ext cx="17604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3DA85A52-F7FD-4298-9AE5-CB80F4E3C640}"/>
              </a:ext>
            </a:extLst>
          </p:cNvPr>
          <p:cNvSpPr>
            <a:spLocks noGrp="1"/>
          </p:cNvSpPr>
          <p:nvPr>
            <p:ph sz="quarter" idx="19" hasCustomPrompt="1"/>
          </p:nvPr>
        </p:nvSpPr>
        <p:spPr>
          <a:xfrm>
            <a:off x="618336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44E88849-5449-4627-813B-31B40F08F009}"/>
              </a:ext>
            </a:extLst>
          </p:cNvPr>
          <p:cNvSpPr>
            <a:spLocks noGrp="1"/>
          </p:cNvSpPr>
          <p:nvPr>
            <p:ph type="body" sz="quarter" idx="20" hasCustomPrompt="1"/>
          </p:nvPr>
        </p:nvSpPr>
        <p:spPr>
          <a:xfrm>
            <a:off x="8124480" y="1708150"/>
            <a:ext cx="17604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9A7FC01F-A245-4C0F-BF24-3AAE6AC55CC4}"/>
              </a:ext>
            </a:extLst>
          </p:cNvPr>
          <p:cNvSpPr>
            <a:spLocks noGrp="1"/>
          </p:cNvSpPr>
          <p:nvPr>
            <p:ph sz="quarter" idx="21" hasCustomPrompt="1"/>
          </p:nvPr>
        </p:nvSpPr>
        <p:spPr>
          <a:xfrm>
            <a:off x="812448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5CCD92EA-38A4-44E5-ADF7-78EA3D6DD06D}"/>
              </a:ext>
            </a:extLst>
          </p:cNvPr>
          <p:cNvSpPr>
            <a:spLocks noGrp="1"/>
          </p:cNvSpPr>
          <p:nvPr>
            <p:ph type="body" sz="quarter" idx="22" hasCustomPrompt="1"/>
          </p:nvPr>
        </p:nvSpPr>
        <p:spPr>
          <a:xfrm>
            <a:off x="10065600" y="1708150"/>
            <a:ext cx="1760400" cy="604800"/>
          </a:xfrm>
        </p:spPr>
        <p:txBody>
          <a:bodyPr/>
          <a:lstStyle>
            <a:lvl1pPr>
              <a:defRPr b="1"/>
            </a:lvl1pPr>
          </a:lstStyle>
          <a:p>
            <a:pPr lvl="0"/>
            <a:r>
              <a:rPr lang="en-US"/>
              <a:t>Click to add text</a:t>
            </a:r>
            <a:endParaRPr lang="en-GB"/>
          </a:p>
        </p:txBody>
      </p:sp>
      <p:sp>
        <p:nvSpPr>
          <p:cNvPr id="28" name="Content Placeholder 27">
            <a:extLst>
              <a:ext uri="{FF2B5EF4-FFF2-40B4-BE49-F238E27FC236}">
                <a16:creationId xmlns:a16="http://schemas.microsoft.com/office/drawing/2014/main" id="{8317D903-C6B2-443C-A2F2-E7B672E08E3B}"/>
              </a:ext>
            </a:extLst>
          </p:cNvPr>
          <p:cNvSpPr>
            <a:spLocks noGrp="1"/>
          </p:cNvSpPr>
          <p:nvPr>
            <p:ph sz="quarter" idx="23" hasCustomPrompt="1"/>
          </p:nvPr>
        </p:nvSpPr>
        <p:spPr>
          <a:xfrm>
            <a:off x="100656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29">
            <a:extLst>
              <a:ext uri="{FF2B5EF4-FFF2-40B4-BE49-F238E27FC236}">
                <a16:creationId xmlns:a16="http://schemas.microsoft.com/office/drawing/2014/main" id="{D26D01CC-3541-4F97-AF97-73FF6352033A}"/>
              </a:ext>
            </a:extLst>
          </p:cNvPr>
          <p:cNvSpPr>
            <a:spLocks noGrp="1"/>
          </p:cNvSpPr>
          <p:nvPr>
            <p:ph type="body" sz="quarter" idx="24" hasCustomPrompt="1"/>
          </p:nvPr>
        </p:nvSpPr>
        <p:spPr>
          <a:xfrm>
            <a:off x="360000" y="910800"/>
            <a:ext cx="11466000"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2917322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2903-71A8-4BD2-B059-6BA4C3AA3987}"/>
              </a:ext>
            </a:extLst>
          </p:cNvPr>
          <p:cNvSpPr>
            <a:spLocks noGrp="1"/>
          </p:cNvSpPr>
          <p:nvPr>
            <p:ph type="title" hasCustomPrompt="1"/>
          </p:nvPr>
        </p:nvSpPr>
        <p:spPr>
          <a:xfrm>
            <a:off x="359999" y="430718"/>
            <a:ext cx="5626800"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33EFCC3-809C-4472-825A-5268DA759575}"/>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257A7757-8EC5-4D12-B56F-AB9F88D69ABD}"/>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C55437D9-CE22-451C-B458-B3F648A64234}"/>
              </a:ext>
            </a:extLst>
          </p:cNvPr>
          <p:cNvSpPr>
            <a:spLocks noGrp="1"/>
          </p:cNvSpPr>
          <p:nvPr>
            <p:ph type="body" sz="quarter" idx="12" hasCustomPrompt="1"/>
          </p:nvPr>
        </p:nvSpPr>
        <p:spPr>
          <a:xfrm>
            <a:off x="360000"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Picture Placeholder 7">
            <a:extLst>
              <a:ext uri="{FF2B5EF4-FFF2-40B4-BE49-F238E27FC236}">
                <a16:creationId xmlns:a16="http://schemas.microsoft.com/office/drawing/2014/main" id="{9F169CDD-9FFC-4BEA-A4C1-F55F1EBC5A64}"/>
              </a:ext>
            </a:extLst>
          </p:cNvPr>
          <p:cNvSpPr>
            <a:spLocks noGrp="1"/>
          </p:cNvSpPr>
          <p:nvPr>
            <p:ph type="pic" sz="quarter" idx="13"/>
          </p:nvPr>
        </p:nvSpPr>
        <p:spPr>
          <a:xfrm>
            <a:off x="6202799" y="430717"/>
            <a:ext cx="5626800" cy="5468400"/>
          </a:xfrm>
        </p:spPr>
        <p:txBody>
          <a:bodyPr anchor="ctr" anchorCtr="0"/>
          <a:lstStyle>
            <a:lvl1pPr algn="ctr">
              <a:defRPr/>
            </a:lvl1pPr>
          </a:lstStyle>
          <a:p>
            <a:r>
              <a:rPr lang="pt-BR"/>
              <a:t>Clique no ícone para adicionar uma imagem</a:t>
            </a:r>
            <a:endParaRPr lang="en-GB"/>
          </a:p>
        </p:txBody>
      </p:sp>
    </p:spTree>
    <p:extLst>
      <p:ext uri="{BB962C8B-B14F-4D97-AF65-F5344CB8AC3E}">
        <p14:creationId xmlns:p14="http://schemas.microsoft.com/office/powerpoint/2010/main" val="22244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FAACB8-7B00-457D-8F89-FB4DD9039A6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F6556072-910B-4986-8C02-A52A75446092}"/>
              </a:ext>
            </a:extLst>
          </p:cNvPr>
          <p:cNvSpPr>
            <a:spLocks noGrp="1"/>
          </p:cNvSpPr>
          <p:nvPr>
            <p:ph type="ftr" sz="quarter" idx="11"/>
          </p:nvPr>
        </p:nvSpPr>
        <p:spPr/>
        <p:txBody>
          <a:bodyPr/>
          <a:lstStyle/>
          <a:p>
            <a:endParaRPr lang="en-GB"/>
          </a:p>
        </p:txBody>
      </p:sp>
      <p:sp>
        <p:nvSpPr>
          <p:cNvPr id="8" name="Picture Placeholder 7">
            <a:extLst>
              <a:ext uri="{FF2B5EF4-FFF2-40B4-BE49-F238E27FC236}">
                <a16:creationId xmlns:a16="http://schemas.microsoft.com/office/drawing/2014/main" id="{44F34447-13E0-43B9-BE1F-C60C03555D39}"/>
              </a:ext>
            </a:extLst>
          </p:cNvPr>
          <p:cNvSpPr>
            <a:spLocks noGrp="1"/>
          </p:cNvSpPr>
          <p:nvPr>
            <p:ph type="pic" sz="quarter" idx="12"/>
          </p:nvPr>
        </p:nvSpPr>
        <p:spPr>
          <a:xfrm>
            <a:off x="360000" y="432000"/>
            <a:ext cx="5627561" cy="5468400"/>
          </a:xfrm>
        </p:spPr>
        <p:txBody>
          <a:bodyPr anchor="ctr" anchorCtr="0"/>
          <a:lstStyle>
            <a:lvl1pPr algn="ctr">
              <a:defRPr/>
            </a:lvl1pPr>
          </a:lstStyle>
          <a:p>
            <a:r>
              <a:rPr lang="pt-BR"/>
              <a:t>Clique no ícone para adicionar uma imagem</a:t>
            </a:r>
            <a:endParaRPr lang="en-GB"/>
          </a:p>
        </p:txBody>
      </p:sp>
      <p:sp>
        <p:nvSpPr>
          <p:cNvPr id="6" name="Text Placeholder 5">
            <a:extLst>
              <a:ext uri="{FF2B5EF4-FFF2-40B4-BE49-F238E27FC236}">
                <a16:creationId xmlns:a16="http://schemas.microsoft.com/office/drawing/2014/main" id="{10D6BD01-6C23-44ED-8363-1C234E2533EA}"/>
              </a:ext>
            </a:extLst>
          </p:cNvPr>
          <p:cNvSpPr>
            <a:spLocks noGrp="1"/>
          </p:cNvSpPr>
          <p:nvPr>
            <p:ph type="body" sz="quarter" idx="13" hasCustomPrompt="1"/>
          </p:nvPr>
        </p:nvSpPr>
        <p:spPr>
          <a:xfrm>
            <a:off x="6202361"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86AABB0-FC25-4DDA-B141-9861B8EF64BF}"/>
              </a:ext>
            </a:extLst>
          </p:cNvPr>
          <p:cNvSpPr>
            <a:spLocks noGrp="1"/>
          </p:cNvSpPr>
          <p:nvPr>
            <p:ph type="title" hasCustomPrompt="1"/>
          </p:nvPr>
        </p:nvSpPr>
        <p:spPr>
          <a:xfrm>
            <a:off x="6202361" y="430718"/>
            <a:ext cx="5626800" cy="403200"/>
          </a:xfrm>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4228474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 sub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8738-2E1C-4407-AE23-FC7C5224777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8DB932A-F9A4-4379-8F69-FA63BDFA2491}"/>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DC347A58-42BF-4A47-A878-643A5CD2794C}"/>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F7C6D4BB-14E1-42DC-832A-2D0CE7863284}"/>
              </a:ext>
            </a:extLst>
          </p:cNvPr>
          <p:cNvSpPr>
            <a:spLocks noGrp="1"/>
          </p:cNvSpPr>
          <p:nvPr>
            <p:ph type="body" sz="quarter" idx="12" hasCustomPrompt="1"/>
          </p:nvPr>
        </p:nvSpPr>
        <p:spPr>
          <a:xfrm>
            <a:off x="360363" y="910800"/>
            <a:ext cx="11466512"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324792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B2F2EE-42BB-4EB6-8FC2-5E56E4F34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73875A20-F354-407F-8F71-92C914742B40}"/>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309585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64F365-E763-41B5-9A3C-198AA6E9EF6E}" type="datetimeFigureOut">
              <a:rPr lang="pt-BR" smtClean="0"/>
              <a:t>30/12/2025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A995A040-4A19-4371-B782-E180615BA576}" type="slidenum">
              <a:rPr lang="pt-BR" smtClean="0"/>
              <a:t>‹nº›</a:t>
            </a:fld>
            <a:endParaRPr lang="pt-BR"/>
          </a:p>
        </p:txBody>
      </p:sp>
    </p:spTree>
    <p:extLst>
      <p:ext uri="{BB962C8B-B14F-4D97-AF65-F5344CB8AC3E}">
        <p14:creationId xmlns:p14="http://schemas.microsoft.com/office/powerpoint/2010/main" val="17146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1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lvl1pPr>
          </a:lstStyle>
          <a:p>
            <a:pPr lvl="0"/>
            <a:r>
              <a:rPr lang="en-GB"/>
              <a:t>Click to add text</a:t>
            </a:r>
          </a:p>
        </p:txBody>
      </p:sp>
      <p:pic>
        <p:nvPicPr>
          <p:cNvPr id="8" name="Picture 7">
            <a:extLst>
              <a:ext uri="{FF2B5EF4-FFF2-40B4-BE49-F238E27FC236}">
                <a16:creationId xmlns:a16="http://schemas.microsoft.com/office/drawing/2014/main" id="{D9665068-19D2-4FC3-B179-7811F21E8A8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0001" y="544194"/>
            <a:ext cx="5075600" cy="381006"/>
          </a:xfrm>
          <a:prstGeom prst="rect">
            <a:avLst/>
          </a:prstGeom>
        </p:spPr>
      </p:pic>
    </p:spTree>
    <p:extLst>
      <p:ext uri="{BB962C8B-B14F-4D97-AF65-F5344CB8AC3E}">
        <p14:creationId xmlns:p14="http://schemas.microsoft.com/office/powerpoint/2010/main" val="360327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white)">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lvl1pPr>
          </a:lstStyle>
          <a:p>
            <a:pPr lvl="0"/>
            <a:r>
              <a:rPr lang="en-US"/>
              <a:t>Click to add text</a:t>
            </a:r>
          </a:p>
        </p:txBody>
      </p:sp>
      <p:pic>
        <p:nvPicPr>
          <p:cNvPr id="12" name="Picture 11">
            <a:extLst>
              <a:ext uri="{FF2B5EF4-FFF2-40B4-BE49-F238E27FC236}">
                <a16:creationId xmlns:a16="http://schemas.microsoft.com/office/drawing/2014/main" id="{DA204BD9-791F-4462-94DF-8A2200C9C04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13475" y="1490401"/>
            <a:ext cx="63612" cy="4500000"/>
          </a:xfrm>
          <a:prstGeom prst="rect">
            <a:avLst/>
          </a:prstGeom>
        </p:spPr>
      </p:pic>
      <p:pic>
        <p:nvPicPr>
          <p:cNvPr id="11" name="Picture 10">
            <a:extLst>
              <a:ext uri="{FF2B5EF4-FFF2-40B4-BE49-F238E27FC236}">
                <a16:creationId xmlns:a16="http://schemas.microsoft.com/office/drawing/2014/main" id="{6763B927-1FDD-4233-B7F7-49127115198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60001" y="544194"/>
            <a:ext cx="5075600" cy="381006"/>
          </a:xfrm>
          <a:prstGeom prst="rect">
            <a:avLst/>
          </a:prstGeom>
        </p:spPr>
      </p:pic>
    </p:spTree>
    <p:extLst>
      <p:ext uri="{BB962C8B-B14F-4D97-AF65-F5344CB8AC3E}">
        <p14:creationId xmlns:p14="http://schemas.microsoft.com/office/powerpoint/2010/main" val="227804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1 (black)">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rgbClr val="FFFFFF"/>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solidFill>
                  <a:srgbClr val="FFFFFF"/>
                </a:solidFill>
              </a:defRPr>
            </a:lvl1pPr>
          </a:lstStyle>
          <a:p>
            <a:pPr lvl="0"/>
            <a:r>
              <a:rPr lang="en-GB"/>
              <a:t>Click to add text</a:t>
            </a:r>
          </a:p>
        </p:txBody>
      </p:sp>
      <p:pic>
        <p:nvPicPr>
          <p:cNvPr id="7" name="Picture 6">
            <a:extLst>
              <a:ext uri="{FF2B5EF4-FFF2-40B4-BE49-F238E27FC236}">
                <a16:creationId xmlns:a16="http://schemas.microsoft.com/office/drawing/2014/main" id="{99083254-9264-4A74-A542-219C75D30EF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60000" y="543573"/>
            <a:ext cx="5083870" cy="381627"/>
          </a:xfrm>
          <a:prstGeom prst="rect">
            <a:avLst/>
          </a:prstGeom>
        </p:spPr>
      </p:pic>
    </p:spTree>
    <p:extLst>
      <p:ext uri="{BB962C8B-B14F-4D97-AF65-F5344CB8AC3E}">
        <p14:creationId xmlns:p14="http://schemas.microsoft.com/office/powerpoint/2010/main" val="455538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black)">
    <p:bg>
      <p:bgPr>
        <a:solidFill>
          <a:srgbClr val="000000"/>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bg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solidFill>
                  <a:schemeClr val="bg1"/>
                </a:solidFill>
              </a:defRPr>
            </a:lvl1pPr>
          </a:lstStyle>
          <a:p>
            <a:pPr lvl="0"/>
            <a:r>
              <a:rPr lang="en-US"/>
              <a:t>Click to add text </a:t>
            </a:r>
          </a:p>
        </p:txBody>
      </p:sp>
      <p:pic>
        <p:nvPicPr>
          <p:cNvPr id="12" name="Picture 11">
            <a:extLst>
              <a:ext uri="{FF2B5EF4-FFF2-40B4-BE49-F238E27FC236}">
                <a16:creationId xmlns:a16="http://schemas.microsoft.com/office/drawing/2014/main" id="{ACE5983F-1C73-4C4D-87D7-63EED188EDD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13475" y="1490401"/>
            <a:ext cx="63612" cy="4500000"/>
          </a:xfrm>
          <a:prstGeom prst="rect">
            <a:avLst/>
          </a:prstGeom>
        </p:spPr>
      </p:pic>
      <p:pic>
        <p:nvPicPr>
          <p:cNvPr id="8" name="Picture 7">
            <a:extLst>
              <a:ext uri="{FF2B5EF4-FFF2-40B4-BE49-F238E27FC236}">
                <a16:creationId xmlns:a16="http://schemas.microsoft.com/office/drawing/2014/main" id="{85D816D8-CBD9-494A-9257-2D29532A913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60000" y="543573"/>
            <a:ext cx="5083870" cy="381627"/>
          </a:xfrm>
          <a:prstGeom prst="rect">
            <a:avLst/>
          </a:prstGeom>
        </p:spPr>
      </p:pic>
    </p:spTree>
    <p:extLst>
      <p:ext uri="{BB962C8B-B14F-4D97-AF65-F5344CB8AC3E}">
        <p14:creationId xmlns:p14="http://schemas.microsoft.com/office/powerpoint/2010/main" val="35813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hasCustomPrompt="1"/>
          </p:nvPr>
        </p:nvSpPr>
        <p:spPr>
          <a:xfrm>
            <a:off x="359999" y="2258559"/>
            <a:ext cx="5643563" cy="198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GB"/>
              <a:t>Click to add title</a:t>
            </a:r>
          </a:p>
        </p:txBody>
      </p:sp>
      <p:sp>
        <p:nvSpPr>
          <p:cNvPr id="5" name="Text Placeholder 2"/>
          <p:cNvSpPr>
            <a:spLocks noGrp="1"/>
          </p:cNvSpPr>
          <p:nvPr>
            <p:ph type="body" sz="quarter" idx="16" hasCustomPrompt="1"/>
          </p:nvPr>
        </p:nvSpPr>
        <p:spPr>
          <a:xfrm>
            <a:off x="359999" y="1713600"/>
            <a:ext cx="976676" cy="54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187804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bg>
      <p:bgPr>
        <a:solidFill>
          <a:srgbClr val="000000"/>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5" hasCustomPrompt="1"/>
          </p:nvPr>
        </p:nvSpPr>
        <p:spPr>
          <a:xfrm>
            <a:off x="359998" y="2257200"/>
            <a:ext cx="5643927" cy="198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bg1"/>
                </a:solidFill>
              </a:defRPr>
            </a:lvl2pPr>
          </a:lstStyle>
          <a:p>
            <a:pPr lvl="0"/>
            <a:r>
              <a:rPr lang="en-GB"/>
              <a:t>Click to add title</a:t>
            </a:r>
          </a:p>
        </p:txBody>
      </p:sp>
      <p:sp>
        <p:nvSpPr>
          <p:cNvPr id="7" name="Text Placeholder 2"/>
          <p:cNvSpPr>
            <a:spLocks noGrp="1"/>
          </p:cNvSpPr>
          <p:nvPr>
            <p:ph type="body" sz="quarter" idx="16" hasCustomPrompt="1"/>
          </p:nvPr>
        </p:nvSpPr>
        <p:spPr>
          <a:xfrm>
            <a:off x="360363" y="1713332"/>
            <a:ext cx="976312" cy="54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3598080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96ED-8270-4BD9-9069-84F474882F2A}"/>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ACA3A6B-089A-48DA-907F-9446B127609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8" name="Text Placeholder 7">
            <a:extLst>
              <a:ext uri="{FF2B5EF4-FFF2-40B4-BE49-F238E27FC236}">
                <a16:creationId xmlns:a16="http://schemas.microsoft.com/office/drawing/2014/main" id="{50105BF4-D562-44BF-BA5C-F9CA4C0FE918}"/>
              </a:ext>
            </a:extLst>
          </p:cNvPr>
          <p:cNvSpPr>
            <a:spLocks noGrp="1"/>
          </p:cNvSpPr>
          <p:nvPr>
            <p:ph type="body" sz="quarter" idx="13" hasCustomPrompt="1"/>
          </p:nvPr>
        </p:nvSpPr>
        <p:spPr>
          <a:xfrm>
            <a:off x="360363" y="910800"/>
            <a:ext cx="11466000" cy="396000"/>
          </a:xfrm>
        </p:spPr>
        <p:txBody>
          <a:bodyPr/>
          <a:lstStyle>
            <a:lvl1pPr>
              <a:spcBef>
                <a:spcPts val="600"/>
              </a:spcBef>
              <a:defRPr sz="1800"/>
            </a:lvl1pPr>
          </a:lstStyle>
          <a:p>
            <a:pPr lvl="0"/>
            <a:r>
              <a:rPr lang="en-US"/>
              <a:t>Click to add subtitle</a:t>
            </a:r>
            <a:endParaRPr lang="en-GB"/>
          </a:p>
        </p:txBody>
      </p:sp>
      <p:sp>
        <p:nvSpPr>
          <p:cNvPr id="10" name="Content Placeholder 9">
            <a:extLst>
              <a:ext uri="{FF2B5EF4-FFF2-40B4-BE49-F238E27FC236}">
                <a16:creationId xmlns:a16="http://schemas.microsoft.com/office/drawing/2014/main" id="{E01F0EAC-DF03-4553-8D22-C26B163DC97D}"/>
              </a:ext>
            </a:extLst>
          </p:cNvPr>
          <p:cNvSpPr>
            <a:spLocks noGrp="1"/>
          </p:cNvSpPr>
          <p:nvPr>
            <p:ph sz="quarter" idx="14" hasCustomPrompt="1"/>
          </p:nvPr>
        </p:nvSpPr>
        <p:spPr>
          <a:xfrm>
            <a:off x="360363" y="1710000"/>
            <a:ext cx="11466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2">
            <a:extLst>
              <a:ext uri="{FF2B5EF4-FFF2-40B4-BE49-F238E27FC236}">
                <a16:creationId xmlns:a16="http://schemas.microsoft.com/office/drawing/2014/main" id="{3F80BB87-75AD-4709-98CF-229A19273185}"/>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2498714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1 x content +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7F44-1A9D-43CE-8B94-70E892BCC6C4}"/>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0F0CD56-CDEF-4F99-82E9-F8344BA7D8B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54A8CE99-0AD9-4D9C-9C09-47545620E96B}"/>
              </a:ext>
            </a:extLst>
          </p:cNvPr>
          <p:cNvSpPr>
            <a:spLocks noGrp="1"/>
          </p:cNvSpPr>
          <p:nvPr>
            <p:ph type="body" sz="quarter" idx="12" hasCustomPrompt="1"/>
          </p:nvPr>
        </p:nvSpPr>
        <p:spPr>
          <a:xfrm>
            <a:off x="360000" y="1710000"/>
            <a:ext cx="11464925"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58CF1398-AEAE-44BE-B05F-E03B17EB921A}"/>
              </a:ext>
            </a:extLst>
          </p:cNvPr>
          <p:cNvSpPr>
            <a:spLocks noGrp="1"/>
          </p:cNvSpPr>
          <p:nvPr>
            <p:ph sz="quarter" idx="13" hasCustomPrompt="1"/>
          </p:nvPr>
        </p:nvSpPr>
        <p:spPr>
          <a:xfrm>
            <a:off x="360000" y="2376000"/>
            <a:ext cx="11466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A51D583-D2F5-4206-82FD-3E7E687E574D}"/>
              </a:ext>
            </a:extLst>
          </p:cNvPr>
          <p:cNvSpPr>
            <a:spLocks noGrp="1"/>
          </p:cNvSpPr>
          <p:nvPr>
            <p:ph type="body" sz="quarter" idx="14" hasCustomPrompt="1"/>
          </p:nvPr>
        </p:nvSpPr>
        <p:spPr>
          <a:xfrm>
            <a:off x="360000" y="910800"/>
            <a:ext cx="11466513" cy="396000"/>
          </a:xfrm>
        </p:spPr>
        <p:txBody>
          <a:bodyPr/>
          <a:lstStyle>
            <a:lvl1pPr>
              <a:defRPr sz="1800"/>
            </a:lvl1pPr>
          </a:lstStyle>
          <a:p>
            <a:pPr lvl="0"/>
            <a:r>
              <a:rPr lang="en-US"/>
              <a:t>Click to add subtitle</a:t>
            </a:r>
            <a:endParaRPr lang="en-GB"/>
          </a:p>
        </p:txBody>
      </p:sp>
      <p:sp>
        <p:nvSpPr>
          <p:cNvPr id="9" name="Footer Placeholder 2">
            <a:extLst>
              <a:ext uri="{FF2B5EF4-FFF2-40B4-BE49-F238E27FC236}">
                <a16:creationId xmlns:a16="http://schemas.microsoft.com/office/drawing/2014/main" id="{32ED6A65-EAEA-4BC2-8F6C-B0DC3A4AA392}"/>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83757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67F2-B31E-4932-857C-E542EC7E06FE}"/>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4286C412-8D9A-4518-BD82-093D1D70BD3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Content Placeholder 5">
            <a:extLst>
              <a:ext uri="{FF2B5EF4-FFF2-40B4-BE49-F238E27FC236}">
                <a16:creationId xmlns:a16="http://schemas.microsoft.com/office/drawing/2014/main" id="{F1D24B38-2DD2-4BE4-A6BC-6AB461A6A6AC}"/>
              </a:ext>
            </a:extLst>
          </p:cNvPr>
          <p:cNvSpPr>
            <a:spLocks noGrp="1"/>
          </p:cNvSpPr>
          <p:nvPr>
            <p:ph sz="quarter" idx="12" hasCustomPrompt="1"/>
          </p:nvPr>
        </p:nvSpPr>
        <p:spPr>
          <a:xfrm>
            <a:off x="360363" y="171000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A028BB49-92B7-4BBE-AD91-816AF9386D4C}"/>
              </a:ext>
            </a:extLst>
          </p:cNvPr>
          <p:cNvSpPr>
            <a:spLocks noGrp="1"/>
          </p:cNvSpPr>
          <p:nvPr>
            <p:ph sz="quarter" idx="13" hasCustomPrompt="1"/>
          </p:nvPr>
        </p:nvSpPr>
        <p:spPr>
          <a:xfrm>
            <a:off x="6200965" y="1710000"/>
            <a:ext cx="5626800" cy="3998913"/>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29FAE1AF-1132-4B0D-8DC6-F52576CE682C}"/>
              </a:ext>
            </a:extLst>
          </p:cNvPr>
          <p:cNvSpPr>
            <a:spLocks noGrp="1"/>
          </p:cNvSpPr>
          <p:nvPr>
            <p:ph type="body" sz="quarter" idx="14" hasCustomPrompt="1"/>
          </p:nvPr>
        </p:nvSpPr>
        <p:spPr>
          <a:xfrm>
            <a:off x="360363" y="910800"/>
            <a:ext cx="11466000" cy="396000"/>
          </a:xfrm>
        </p:spPr>
        <p:txBody>
          <a:bodyPr/>
          <a:lstStyle>
            <a:lvl1pPr>
              <a:defRPr sz="1800"/>
            </a:lvl1pPr>
          </a:lstStyle>
          <a:p>
            <a:pPr lvl="0"/>
            <a:r>
              <a:rPr lang="en-US"/>
              <a:t>Click to add subtitle</a:t>
            </a:r>
            <a:endParaRPr lang="en-GB"/>
          </a:p>
        </p:txBody>
      </p:sp>
      <p:sp>
        <p:nvSpPr>
          <p:cNvPr id="9" name="Footer Placeholder 2">
            <a:extLst>
              <a:ext uri="{FF2B5EF4-FFF2-40B4-BE49-F238E27FC236}">
                <a16:creationId xmlns:a16="http://schemas.microsoft.com/office/drawing/2014/main" id="{3AD4DE1F-75DB-46FA-9AD6-D39E04ECD6B1}"/>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80185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2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7A87-9762-46A5-A1BF-60907C2C37A7}"/>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CEE70F8-6350-4489-8BF1-B1E111BCABD9}"/>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260E6D9E-AC7D-4CD8-9A1B-DC502AAB0B81}"/>
              </a:ext>
            </a:extLst>
          </p:cNvPr>
          <p:cNvSpPr>
            <a:spLocks noGrp="1"/>
          </p:cNvSpPr>
          <p:nvPr>
            <p:ph type="body" sz="quarter" idx="12" hasCustomPrompt="1"/>
          </p:nvPr>
        </p:nvSpPr>
        <p:spPr>
          <a:xfrm>
            <a:off x="360363" y="1710000"/>
            <a:ext cx="5626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0F252CF9-0987-4CBA-8CC7-B6582ECA2390}"/>
              </a:ext>
            </a:extLst>
          </p:cNvPr>
          <p:cNvSpPr>
            <a:spLocks noGrp="1"/>
          </p:cNvSpPr>
          <p:nvPr>
            <p:ph sz="quarter" idx="13" hasCustomPrompt="1"/>
          </p:nvPr>
        </p:nvSpPr>
        <p:spPr>
          <a:xfrm>
            <a:off x="360363" y="2376000"/>
            <a:ext cx="5626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FAA4903-9221-4FF9-912C-268A8584F333}"/>
              </a:ext>
            </a:extLst>
          </p:cNvPr>
          <p:cNvSpPr>
            <a:spLocks noGrp="1"/>
          </p:cNvSpPr>
          <p:nvPr>
            <p:ph type="body" sz="quarter" idx="14" hasCustomPrompt="1"/>
          </p:nvPr>
        </p:nvSpPr>
        <p:spPr>
          <a:xfrm>
            <a:off x="6202800" y="1710000"/>
            <a:ext cx="5626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3F8654F-9C23-4A2E-AF1D-7C6743D88CE6}"/>
              </a:ext>
            </a:extLst>
          </p:cNvPr>
          <p:cNvSpPr>
            <a:spLocks noGrp="1"/>
          </p:cNvSpPr>
          <p:nvPr>
            <p:ph sz="quarter" idx="15" hasCustomPrompt="1"/>
          </p:nvPr>
        </p:nvSpPr>
        <p:spPr>
          <a:xfrm>
            <a:off x="6202363" y="2376488"/>
            <a:ext cx="5626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D1F22C1D-496B-4E53-BF19-ED9291DCCF94}"/>
              </a:ext>
            </a:extLst>
          </p:cNvPr>
          <p:cNvSpPr>
            <a:spLocks noGrp="1"/>
          </p:cNvSpPr>
          <p:nvPr>
            <p:ph type="body" sz="quarter" idx="16" hasCustomPrompt="1"/>
          </p:nvPr>
        </p:nvSpPr>
        <p:spPr>
          <a:xfrm>
            <a:off x="360363" y="910800"/>
            <a:ext cx="11466512" cy="396000"/>
          </a:xfrm>
        </p:spPr>
        <p:txBody>
          <a:bodyPr/>
          <a:lstStyle>
            <a:lvl1pPr>
              <a:defRPr sz="1800"/>
            </a:lvl1pPr>
            <a:lvl2pPr>
              <a:defRPr sz="2200"/>
            </a:lvl2pPr>
            <a:lvl3pPr>
              <a:defRPr sz="2200"/>
            </a:lvl3pPr>
            <a:lvl4pPr>
              <a:defRPr sz="2200"/>
            </a:lvl4pPr>
            <a:lvl5pPr>
              <a:defRPr sz="2200"/>
            </a:lvl5pPr>
          </a:lstStyle>
          <a:p>
            <a:pPr lvl="0"/>
            <a:r>
              <a:rPr lang="en-US"/>
              <a:t>Click to add subtitle</a:t>
            </a:r>
            <a:endParaRPr lang="en-GB"/>
          </a:p>
        </p:txBody>
      </p:sp>
      <p:sp>
        <p:nvSpPr>
          <p:cNvPr id="11" name="Footer Placeholder 2">
            <a:extLst>
              <a:ext uri="{FF2B5EF4-FFF2-40B4-BE49-F238E27FC236}">
                <a16:creationId xmlns:a16="http://schemas.microsoft.com/office/drawing/2014/main" id="{324D7087-7D8B-4821-874F-390E840022E5}"/>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62353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CC06-0E64-440D-9CE8-5164D165186F}"/>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490BAE0-3503-40B7-97FF-3BBA5C4DD77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Content Placeholder 5">
            <a:extLst>
              <a:ext uri="{FF2B5EF4-FFF2-40B4-BE49-F238E27FC236}">
                <a16:creationId xmlns:a16="http://schemas.microsoft.com/office/drawing/2014/main" id="{D9E4B3E9-7CA2-4847-B7BD-96957DE30226}"/>
              </a:ext>
            </a:extLst>
          </p:cNvPr>
          <p:cNvSpPr>
            <a:spLocks noGrp="1"/>
          </p:cNvSpPr>
          <p:nvPr>
            <p:ph sz="quarter" idx="12" hasCustomPrompt="1"/>
          </p:nvPr>
        </p:nvSpPr>
        <p:spPr>
          <a:xfrm>
            <a:off x="360362"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910D5E0E-637F-4A32-A98F-3FE4ED81219E}"/>
              </a:ext>
            </a:extLst>
          </p:cNvPr>
          <p:cNvSpPr>
            <a:spLocks noGrp="1"/>
          </p:cNvSpPr>
          <p:nvPr>
            <p:ph sz="quarter" idx="13" hasCustomPrompt="1"/>
          </p:nvPr>
        </p:nvSpPr>
        <p:spPr>
          <a:xfrm>
            <a:off x="4257618"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6435609-FC5D-424F-A15C-A0856D1FFFF3}"/>
              </a:ext>
            </a:extLst>
          </p:cNvPr>
          <p:cNvSpPr>
            <a:spLocks noGrp="1"/>
          </p:cNvSpPr>
          <p:nvPr>
            <p:ph sz="quarter" idx="14" hasCustomPrompt="1"/>
          </p:nvPr>
        </p:nvSpPr>
        <p:spPr>
          <a:xfrm>
            <a:off x="8154874"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11">
            <a:extLst>
              <a:ext uri="{FF2B5EF4-FFF2-40B4-BE49-F238E27FC236}">
                <a16:creationId xmlns:a16="http://schemas.microsoft.com/office/drawing/2014/main" id="{F7582AC7-4667-407B-A5E8-45D6349311AA}"/>
              </a:ext>
            </a:extLst>
          </p:cNvPr>
          <p:cNvSpPr>
            <a:spLocks noGrp="1"/>
          </p:cNvSpPr>
          <p:nvPr>
            <p:ph type="body" sz="quarter" idx="15" hasCustomPrompt="1"/>
          </p:nvPr>
        </p:nvSpPr>
        <p:spPr>
          <a:xfrm>
            <a:off x="360000" y="910800"/>
            <a:ext cx="11466000" cy="396000"/>
          </a:xfrm>
        </p:spPr>
        <p:txBody>
          <a:bodyPr/>
          <a:lstStyle>
            <a:lvl1pPr>
              <a:defRPr sz="1800"/>
            </a:lvl1pPr>
            <a:lvl2pPr>
              <a:defRPr sz="2200"/>
            </a:lvl2pPr>
            <a:lvl3pPr>
              <a:defRPr sz="2200"/>
            </a:lvl3pPr>
            <a:lvl4pPr>
              <a:defRPr sz="2200"/>
            </a:lvl4pPr>
            <a:lvl5pPr>
              <a:defRPr sz="2200"/>
            </a:lvl5pPr>
          </a:lstStyle>
          <a:p>
            <a:pPr lvl="0"/>
            <a:r>
              <a:rPr lang="en-US"/>
              <a:t>Click to add subtitle</a:t>
            </a:r>
            <a:endParaRPr lang="en-GB"/>
          </a:p>
        </p:txBody>
      </p:sp>
      <p:sp>
        <p:nvSpPr>
          <p:cNvPr id="9" name="Footer Placeholder 2">
            <a:extLst>
              <a:ext uri="{FF2B5EF4-FFF2-40B4-BE49-F238E27FC236}">
                <a16:creationId xmlns:a16="http://schemas.microsoft.com/office/drawing/2014/main" id="{353D0F28-99FD-4EB7-951A-03488C93F679}"/>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964600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3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AEE3-9929-4A79-A968-8D4311BF5D5E}"/>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DDAA155B-CCB9-45EF-83E7-A4F386C3D59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02044888-1B05-4294-ABC2-A93A4A32E0DD}"/>
              </a:ext>
            </a:extLst>
          </p:cNvPr>
          <p:cNvSpPr>
            <a:spLocks noGrp="1"/>
          </p:cNvSpPr>
          <p:nvPr>
            <p:ph type="body" sz="quarter" idx="12" hasCustomPrompt="1"/>
          </p:nvPr>
        </p:nvSpPr>
        <p:spPr>
          <a:xfrm>
            <a:off x="360000" y="1710000"/>
            <a:ext cx="3672000" cy="604800"/>
          </a:xfrm>
        </p:spPr>
        <p:txBody>
          <a:bodyPr/>
          <a:lstStyle>
            <a:lvl1pPr>
              <a:defRPr b="1"/>
            </a:lvl1pPr>
          </a:lstStyle>
          <a:p>
            <a:pPr lvl="0"/>
            <a:r>
              <a:rPr lang="en-US"/>
              <a:t>Click to add text</a:t>
            </a:r>
          </a:p>
        </p:txBody>
      </p:sp>
      <p:sp>
        <p:nvSpPr>
          <p:cNvPr id="8" name="Content Placeholder 7">
            <a:extLst>
              <a:ext uri="{FF2B5EF4-FFF2-40B4-BE49-F238E27FC236}">
                <a16:creationId xmlns:a16="http://schemas.microsoft.com/office/drawing/2014/main" id="{FB8C48F8-FEC0-41E0-BBB9-68EC3003D7D8}"/>
              </a:ext>
            </a:extLst>
          </p:cNvPr>
          <p:cNvSpPr>
            <a:spLocks noGrp="1"/>
          </p:cNvSpPr>
          <p:nvPr>
            <p:ph sz="quarter" idx="13" hasCustomPrompt="1"/>
          </p:nvPr>
        </p:nvSpPr>
        <p:spPr>
          <a:xfrm>
            <a:off x="360363"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F59D2917-03D0-4000-AA1D-13CEEB10FBFD}"/>
              </a:ext>
            </a:extLst>
          </p:cNvPr>
          <p:cNvSpPr>
            <a:spLocks noGrp="1"/>
          </p:cNvSpPr>
          <p:nvPr>
            <p:ph type="body" sz="quarter" idx="14" hasCustomPrompt="1"/>
          </p:nvPr>
        </p:nvSpPr>
        <p:spPr>
          <a:xfrm>
            <a:off x="4257437" y="1710000"/>
            <a:ext cx="36720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DE23886-2490-491C-8436-F655BBCD8C99}"/>
              </a:ext>
            </a:extLst>
          </p:cNvPr>
          <p:cNvSpPr>
            <a:spLocks noGrp="1"/>
          </p:cNvSpPr>
          <p:nvPr>
            <p:ph sz="quarter" idx="15" hasCustomPrompt="1"/>
          </p:nvPr>
        </p:nvSpPr>
        <p:spPr>
          <a:xfrm>
            <a:off x="4257619" y="2376488"/>
            <a:ext cx="36720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51DA3C15-7E9D-4E22-895A-F50878BD332E}"/>
              </a:ext>
            </a:extLst>
          </p:cNvPr>
          <p:cNvSpPr>
            <a:spLocks noGrp="1"/>
          </p:cNvSpPr>
          <p:nvPr>
            <p:ph type="body" sz="quarter" idx="16" hasCustomPrompt="1"/>
          </p:nvPr>
        </p:nvSpPr>
        <p:spPr>
          <a:xfrm>
            <a:off x="8154874" y="1710000"/>
            <a:ext cx="3672000" cy="604838"/>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C41F52C9-6836-4FC9-99EA-1BF6FF01DF3F}"/>
              </a:ext>
            </a:extLst>
          </p:cNvPr>
          <p:cNvSpPr>
            <a:spLocks noGrp="1"/>
          </p:cNvSpPr>
          <p:nvPr>
            <p:ph sz="quarter" idx="17" hasCustomPrompt="1"/>
          </p:nvPr>
        </p:nvSpPr>
        <p:spPr>
          <a:xfrm>
            <a:off x="8154874"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593581B-25F6-45F4-A388-25B91698559B}"/>
              </a:ext>
            </a:extLst>
          </p:cNvPr>
          <p:cNvSpPr>
            <a:spLocks noGrp="1"/>
          </p:cNvSpPr>
          <p:nvPr>
            <p:ph type="body" sz="quarter" idx="18" hasCustomPrompt="1"/>
          </p:nvPr>
        </p:nvSpPr>
        <p:spPr>
          <a:xfrm>
            <a:off x="360000" y="910800"/>
            <a:ext cx="11466000" cy="396000"/>
          </a:xfrm>
        </p:spPr>
        <p:txBody>
          <a:bodyPr/>
          <a:lstStyle>
            <a:lvl1pPr>
              <a:defRPr sz="1800"/>
            </a:lvl1pPr>
          </a:lstStyle>
          <a:p>
            <a:pPr lvl="0"/>
            <a:r>
              <a:rPr lang="en-US"/>
              <a:t>Click to add subtitle</a:t>
            </a:r>
            <a:endParaRPr lang="en-GB"/>
          </a:p>
        </p:txBody>
      </p:sp>
      <p:sp>
        <p:nvSpPr>
          <p:cNvPr id="13" name="Footer Placeholder 2">
            <a:extLst>
              <a:ext uri="{FF2B5EF4-FFF2-40B4-BE49-F238E27FC236}">
                <a16:creationId xmlns:a16="http://schemas.microsoft.com/office/drawing/2014/main" id="{E14216A5-BEA1-47F0-98FA-71441CCBF165}"/>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629485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880B-B2A1-4343-8F1B-D11FAEA2A2C5}"/>
              </a:ext>
            </a:extLst>
          </p:cNvPr>
          <p:cNvSpPr>
            <a:spLocks noGrp="1"/>
          </p:cNvSpPr>
          <p:nvPr>
            <p:ph type="title" hasCustomPrompt="1"/>
          </p:nvPr>
        </p:nvSpPr>
        <p:spPr>
          <a:xfrm>
            <a:off x="359999" y="430718"/>
            <a:ext cx="11466875" cy="403200"/>
          </a:xfrm>
        </p:spPr>
        <p:txBody>
          <a:bodyPr/>
          <a:lstStyle/>
          <a:p>
            <a:r>
              <a:rPr lang="en-US"/>
              <a:t>Click to add title</a:t>
            </a:r>
            <a:endParaRPr lang="en-GB"/>
          </a:p>
        </p:txBody>
      </p:sp>
      <p:sp>
        <p:nvSpPr>
          <p:cNvPr id="3" name="Slide Number Placeholder 2">
            <a:extLst>
              <a:ext uri="{FF2B5EF4-FFF2-40B4-BE49-F238E27FC236}">
                <a16:creationId xmlns:a16="http://schemas.microsoft.com/office/drawing/2014/main" id="{C41184D5-78E0-4646-8F38-C52C718FF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Content Placeholder 5">
            <a:extLst>
              <a:ext uri="{FF2B5EF4-FFF2-40B4-BE49-F238E27FC236}">
                <a16:creationId xmlns:a16="http://schemas.microsoft.com/office/drawing/2014/main" id="{AEF49FA9-6D89-44C4-B6C9-EA8D7FB75632}"/>
              </a:ext>
            </a:extLst>
          </p:cNvPr>
          <p:cNvSpPr>
            <a:spLocks noGrp="1"/>
          </p:cNvSpPr>
          <p:nvPr>
            <p:ph sz="quarter" idx="12" hasCustomPrompt="1"/>
          </p:nvPr>
        </p:nvSpPr>
        <p:spPr>
          <a:xfrm>
            <a:off x="360362"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BAD1D924-231B-4C18-8E90-2DFF9C04EF04}"/>
              </a:ext>
            </a:extLst>
          </p:cNvPr>
          <p:cNvSpPr>
            <a:spLocks noGrp="1"/>
          </p:cNvSpPr>
          <p:nvPr>
            <p:ph sz="quarter" idx="13" hasCustomPrompt="1"/>
          </p:nvPr>
        </p:nvSpPr>
        <p:spPr>
          <a:xfrm>
            <a:off x="3272933"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9EF0024D-3708-4302-8C69-256AD7593873}"/>
              </a:ext>
            </a:extLst>
          </p:cNvPr>
          <p:cNvSpPr>
            <a:spLocks noGrp="1"/>
          </p:cNvSpPr>
          <p:nvPr>
            <p:ph sz="quarter" idx="14" hasCustomPrompt="1"/>
          </p:nvPr>
        </p:nvSpPr>
        <p:spPr>
          <a:xfrm>
            <a:off x="618550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E3415997-1B6E-4BEC-B682-F9280D0D5E3E}"/>
              </a:ext>
            </a:extLst>
          </p:cNvPr>
          <p:cNvSpPr>
            <a:spLocks noGrp="1"/>
          </p:cNvSpPr>
          <p:nvPr>
            <p:ph sz="quarter" idx="15" hasCustomPrompt="1"/>
          </p:nvPr>
        </p:nvSpPr>
        <p:spPr>
          <a:xfrm>
            <a:off x="909807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A97B1331-D3E0-4904-82E5-02B601057EBC}"/>
              </a:ext>
            </a:extLst>
          </p:cNvPr>
          <p:cNvSpPr>
            <a:spLocks noGrp="1"/>
          </p:cNvSpPr>
          <p:nvPr>
            <p:ph type="body" sz="quarter" idx="16" hasCustomPrompt="1"/>
          </p:nvPr>
        </p:nvSpPr>
        <p:spPr>
          <a:xfrm>
            <a:off x="360000" y="910800"/>
            <a:ext cx="11466000" cy="396000"/>
          </a:xfrm>
        </p:spPr>
        <p:txBody>
          <a:bodyPr/>
          <a:lstStyle>
            <a:lvl1pPr>
              <a:defRPr sz="1800"/>
            </a:lvl1pPr>
          </a:lstStyle>
          <a:p>
            <a:pPr lvl="0"/>
            <a:r>
              <a:rPr lang="en-US"/>
              <a:t>Click to add subtitle</a:t>
            </a:r>
            <a:endParaRPr lang="en-GB"/>
          </a:p>
        </p:txBody>
      </p:sp>
      <p:sp>
        <p:nvSpPr>
          <p:cNvPr id="11" name="Footer Placeholder 2">
            <a:extLst>
              <a:ext uri="{FF2B5EF4-FFF2-40B4-BE49-F238E27FC236}">
                <a16:creationId xmlns:a16="http://schemas.microsoft.com/office/drawing/2014/main" id="{05B0DBF1-AEEE-42C2-B9F7-CFF80544303A}"/>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1423427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4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C45C-9BBB-4B14-BC71-8D9593AF9252}"/>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DCA3869-0626-4D7E-A07F-ED2B248D284C}"/>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C1A4FC7E-D91D-407A-BFBE-F405D6BBEA67}"/>
              </a:ext>
            </a:extLst>
          </p:cNvPr>
          <p:cNvSpPr>
            <a:spLocks noGrp="1"/>
          </p:cNvSpPr>
          <p:nvPr>
            <p:ph type="body" sz="quarter" idx="12" hasCustomPrompt="1"/>
          </p:nvPr>
        </p:nvSpPr>
        <p:spPr>
          <a:xfrm>
            <a:off x="360000" y="1710000"/>
            <a:ext cx="2728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129916EF-EC2F-4137-B182-AA5508918E8F}"/>
              </a:ext>
            </a:extLst>
          </p:cNvPr>
          <p:cNvSpPr>
            <a:spLocks noGrp="1"/>
          </p:cNvSpPr>
          <p:nvPr>
            <p:ph sz="quarter" idx="13" hasCustomPrompt="1"/>
          </p:nvPr>
        </p:nvSpPr>
        <p:spPr>
          <a:xfrm>
            <a:off x="360000"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D9A3CD5-4B7B-41AC-BFD5-7AA2D853D03E}"/>
              </a:ext>
            </a:extLst>
          </p:cNvPr>
          <p:cNvSpPr>
            <a:spLocks noGrp="1"/>
          </p:cNvSpPr>
          <p:nvPr>
            <p:ph type="body" sz="quarter" idx="14" hasCustomPrompt="1"/>
          </p:nvPr>
        </p:nvSpPr>
        <p:spPr>
          <a:xfrm>
            <a:off x="3272691" y="1710000"/>
            <a:ext cx="2728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35F727AD-E63B-412E-B986-D86DFE5EED29}"/>
              </a:ext>
            </a:extLst>
          </p:cNvPr>
          <p:cNvSpPr>
            <a:spLocks noGrp="1"/>
          </p:cNvSpPr>
          <p:nvPr>
            <p:ph sz="quarter" idx="15" hasCustomPrompt="1"/>
          </p:nvPr>
        </p:nvSpPr>
        <p:spPr>
          <a:xfrm>
            <a:off x="3272691" y="2376488"/>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CEE6CD4-960B-4926-8A35-E8FF363F8723}"/>
              </a:ext>
            </a:extLst>
          </p:cNvPr>
          <p:cNvSpPr>
            <a:spLocks noGrp="1"/>
          </p:cNvSpPr>
          <p:nvPr>
            <p:ph type="body" sz="quarter" idx="16" hasCustomPrompt="1"/>
          </p:nvPr>
        </p:nvSpPr>
        <p:spPr>
          <a:xfrm>
            <a:off x="6185382" y="1710000"/>
            <a:ext cx="27288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E544BF1C-E9EC-43D2-A239-79E43B7C24CD}"/>
              </a:ext>
            </a:extLst>
          </p:cNvPr>
          <p:cNvSpPr>
            <a:spLocks noGrp="1"/>
          </p:cNvSpPr>
          <p:nvPr>
            <p:ph sz="quarter" idx="17" hasCustomPrompt="1"/>
          </p:nvPr>
        </p:nvSpPr>
        <p:spPr>
          <a:xfrm>
            <a:off x="6185382"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27027DC-FD56-4CD6-8B38-7C623A97D1C4}"/>
              </a:ext>
            </a:extLst>
          </p:cNvPr>
          <p:cNvSpPr>
            <a:spLocks noGrp="1"/>
          </p:cNvSpPr>
          <p:nvPr>
            <p:ph type="body" sz="quarter" idx="18" hasCustomPrompt="1"/>
          </p:nvPr>
        </p:nvSpPr>
        <p:spPr>
          <a:xfrm>
            <a:off x="9098074" y="1710000"/>
            <a:ext cx="27288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5513656D-7804-45C7-9561-4FFDBE1F523B}"/>
              </a:ext>
            </a:extLst>
          </p:cNvPr>
          <p:cNvSpPr>
            <a:spLocks noGrp="1"/>
          </p:cNvSpPr>
          <p:nvPr>
            <p:ph sz="quarter" idx="19" hasCustomPrompt="1"/>
          </p:nvPr>
        </p:nvSpPr>
        <p:spPr>
          <a:xfrm>
            <a:off x="9098074" y="2376488"/>
            <a:ext cx="2728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A444E5-6DCB-4387-82D7-374FBA34E3ED}"/>
              </a:ext>
            </a:extLst>
          </p:cNvPr>
          <p:cNvSpPr>
            <a:spLocks noGrp="1"/>
          </p:cNvSpPr>
          <p:nvPr>
            <p:ph type="body" sz="quarter" idx="20" hasCustomPrompt="1"/>
          </p:nvPr>
        </p:nvSpPr>
        <p:spPr>
          <a:xfrm>
            <a:off x="360363" y="910800"/>
            <a:ext cx="11466512" cy="396000"/>
          </a:xfrm>
        </p:spPr>
        <p:txBody>
          <a:bodyPr/>
          <a:lstStyle>
            <a:lvl1pPr>
              <a:defRPr sz="1800"/>
            </a:lvl1pPr>
            <a:lvl2pPr>
              <a:defRPr sz="2200"/>
            </a:lvl2pPr>
            <a:lvl3pPr>
              <a:defRPr sz="2200"/>
            </a:lvl3pPr>
            <a:lvl4pPr>
              <a:defRPr sz="2200"/>
            </a:lvl4pPr>
            <a:lvl5pPr>
              <a:defRPr sz="2200"/>
            </a:lvl5pPr>
          </a:lstStyle>
          <a:p>
            <a:pPr lvl="0"/>
            <a:r>
              <a:rPr lang="en-US"/>
              <a:t>Click to add subtitle</a:t>
            </a:r>
            <a:endParaRPr lang="en-GB"/>
          </a:p>
        </p:txBody>
      </p:sp>
      <p:sp>
        <p:nvSpPr>
          <p:cNvPr id="15" name="Footer Placeholder 2">
            <a:extLst>
              <a:ext uri="{FF2B5EF4-FFF2-40B4-BE49-F238E27FC236}">
                <a16:creationId xmlns:a16="http://schemas.microsoft.com/office/drawing/2014/main" id="{6C8F42A9-57D4-4AAA-94D3-EF80877CD30A}"/>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31006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5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ED13-8109-40D7-B85E-48D72364D6E5}"/>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5A60EB60-D174-4782-B63F-DCF2657E1B1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Content Placeholder 5">
            <a:extLst>
              <a:ext uri="{FF2B5EF4-FFF2-40B4-BE49-F238E27FC236}">
                <a16:creationId xmlns:a16="http://schemas.microsoft.com/office/drawing/2014/main" id="{AC5E99A7-B8B8-4860-8872-63A20BC4983E}"/>
              </a:ext>
            </a:extLst>
          </p:cNvPr>
          <p:cNvSpPr>
            <a:spLocks noGrp="1"/>
          </p:cNvSpPr>
          <p:nvPr>
            <p:ph sz="quarter" idx="12" hasCustomPrompt="1"/>
          </p:nvPr>
        </p:nvSpPr>
        <p:spPr>
          <a:xfrm>
            <a:off x="360363"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7136CF45-35B9-4F30-93CE-11D7DC6AE4AB}"/>
              </a:ext>
            </a:extLst>
          </p:cNvPr>
          <p:cNvSpPr>
            <a:spLocks noGrp="1"/>
          </p:cNvSpPr>
          <p:nvPr>
            <p:ph sz="quarter" idx="13" hasCustomPrompt="1"/>
          </p:nvPr>
        </p:nvSpPr>
        <p:spPr>
          <a:xfrm>
            <a:off x="2689691"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190C909-262D-4930-924B-8C4285CF8554}"/>
              </a:ext>
            </a:extLst>
          </p:cNvPr>
          <p:cNvSpPr>
            <a:spLocks noGrp="1"/>
          </p:cNvSpPr>
          <p:nvPr>
            <p:ph sz="quarter" idx="14" hasCustomPrompt="1"/>
          </p:nvPr>
        </p:nvSpPr>
        <p:spPr>
          <a:xfrm>
            <a:off x="5019019"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C18864E4-1D92-4544-8F52-1155810D7924}"/>
              </a:ext>
            </a:extLst>
          </p:cNvPr>
          <p:cNvSpPr>
            <a:spLocks noGrp="1"/>
          </p:cNvSpPr>
          <p:nvPr>
            <p:ph sz="quarter" idx="15" hasCustomPrompt="1"/>
          </p:nvPr>
        </p:nvSpPr>
        <p:spPr>
          <a:xfrm>
            <a:off x="7348347"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E68E0E68-5345-4D62-8D07-AE58AE330678}"/>
              </a:ext>
            </a:extLst>
          </p:cNvPr>
          <p:cNvSpPr>
            <a:spLocks noGrp="1"/>
          </p:cNvSpPr>
          <p:nvPr>
            <p:ph sz="quarter" idx="16" hasCustomPrompt="1"/>
          </p:nvPr>
        </p:nvSpPr>
        <p:spPr>
          <a:xfrm>
            <a:off x="9677674"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5">
            <a:extLst>
              <a:ext uri="{FF2B5EF4-FFF2-40B4-BE49-F238E27FC236}">
                <a16:creationId xmlns:a16="http://schemas.microsoft.com/office/drawing/2014/main" id="{3E23F4F6-B0E8-4724-933C-35F21A7E4235}"/>
              </a:ext>
            </a:extLst>
          </p:cNvPr>
          <p:cNvSpPr>
            <a:spLocks noGrp="1"/>
          </p:cNvSpPr>
          <p:nvPr>
            <p:ph type="body" sz="quarter" idx="17" hasCustomPrompt="1"/>
          </p:nvPr>
        </p:nvSpPr>
        <p:spPr>
          <a:xfrm>
            <a:off x="360874" y="910800"/>
            <a:ext cx="11466000" cy="396000"/>
          </a:xfrm>
        </p:spPr>
        <p:txBody>
          <a:bodyPr/>
          <a:lstStyle>
            <a:lvl1pPr>
              <a:defRPr sz="1800"/>
            </a:lvl1pPr>
            <a:lvl2pPr>
              <a:defRPr sz="2200"/>
            </a:lvl2pPr>
            <a:lvl3pPr>
              <a:defRPr sz="2200"/>
            </a:lvl3pPr>
            <a:lvl4pPr>
              <a:defRPr sz="2200"/>
            </a:lvl4pPr>
            <a:lvl5pPr>
              <a:defRPr sz="2200"/>
            </a:lvl5pPr>
          </a:lstStyle>
          <a:p>
            <a:pPr lvl="0"/>
            <a:r>
              <a:rPr lang="en-US"/>
              <a:t>Click to add subtitle</a:t>
            </a:r>
            <a:endParaRPr lang="en-GB"/>
          </a:p>
        </p:txBody>
      </p:sp>
      <p:sp>
        <p:nvSpPr>
          <p:cNvPr id="11" name="Footer Placeholder 2">
            <a:extLst>
              <a:ext uri="{FF2B5EF4-FFF2-40B4-BE49-F238E27FC236}">
                <a16:creationId xmlns:a16="http://schemas.microsoft.com/office/drawing/2014/main" id="{FF70DFD8-C68E-48E7-995F-CA92EFC4C474}"/>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126300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5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C433-9252-44D6-8AA4-495DB59340DB}"/>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A76AA46E-1017-4823-B4EC-B35766CE676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634B8469-FF2E-4467-8E43-A49A3388A2F3}"/>
              </a:ext>
            </a:extLst>
          </p:cNvPr>
          <p:cNvSpPr>
            <a:spLocks noGrp="1"/>
          </p:cNvSpPr>
          <p:nvPr>
            <p:ph type="body" sz="quarter" idx="12" hasCustomPrompt="1"/>
          </p:nvPr>
        </p:nvSpPr>
        <p:spPr>
          <a:xfrm>
            <a:off x="360363" y="1710000"/>
            <a:ext cx="21492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6F0DDC14-9B67-4FE8-BC58-A70501A5344F}"/>
              </a:ext>
            </a:extLst>
          </p:cNvPr>
          <p:cNvSpPr>
            <a:spLocks noGrp="1"/>
          </p:cNvSpPr>
          <p:nvPr>
            <p:ph sz="quarter" idx="13" hasCustomPrompt="1"/>
          </p:nvPr>
        </p:nvSpPr>
        <p:spPr>
          <a:xfrm>
            <a:off x="360000"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A007D028-2ECB-46AF-8517-CCF9C089D819}"/>
              </a:ext>
            </a:extLst>
          </p:cNvPr>
          <p:cNvSpPr>
            <a:spLocks noGrp="1"/>
          </p:cNvSpPr>
          <p:nvPr>
            <p:ph type="body" sz="quarter" idx="14" hasCustomPrompt="1"/>
          </p:nvPr>
        </p:nvSpPr>
        <p:spPr>
          <a:xfrm>
            <a:off x="2689691" y="1710000"/>
            <a:ext cx="21492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F1DDE75-E486-4A48-BDBB-2C2A5B5E64D3}"/>
              </a:ext>
            </a:extLst>
          </p:cNvPr>
          <p:cNvSpPr>
            <a:spLocks noGrp="1"/>
          </p:cNvSpPr>
          <p:nvPr>
            <p:ph sz="quarter" idx="15" hasCustomPrompt="1"/>
          </p:nvPr>
        </p:nvSpPr>
        <p:spPr>
          <a:xfrm>
            <a:off x="2689419"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7A506B6-1DA9-4CD7-9F56-C6BF2FDC187B}"/>
              </a:ext>
            </a:extLst>
          </p:cNvPr>
          <p:cNvSpPr>
            <a:spLocks noGrp="1"/>
          </p:cNvSpPr>
          <p:nvPr>
            <p:ph type="body" sz="quarter" idx="16" hasCustomPrompt="1"/>
          </p:nvPr>
        </p:nvSpPr>
        <p:spPr>
          <a:xfrm>
            <a:off x="5019019" y="1710000"/>
            <a:ext cx="21492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3F41FFAE-2857-4B94-916D-0210AE0A1766}"/>
              </a:ext>
            </a:extLst>
          </p:cNvPr>
          <p:cNvSpPr>
            <a:spLocks noGrp="1"/>
          </p:cNvSpPr>
          <p:nvPr>
            <p:ph sz="quarter" idx="17" hasCustomPrompt="1"/>
          </p:nvPr>
        </p:nvSpPr>
        <p:spPr>
          <a:xfrm>
            <a:off x="5018838"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8C34C508-C3AF-422F-B1C7-A38F34513AB7}"/>
              </a:ext>
            </a:extLst>
          </p:cNvPr>
          <p:cNvSpPr>
            <a:spLocks noGrp="1"/>
          </p:cNvSpPr>
          <p:nvPr>
            <p:ph type="body" sz="quarter" idx="18" hasCustomPrompt="1"/>
          </p:nvPr>
        </p:nvSpPr>
        <p:spPr>
          <a:xfrm>
            <a:off x="7348347" y="1710000"/>
            <a:ext cx="21492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0D9455C4-8047-4B5B-B5BC-4A0379405BC2}"/>
              </a:ext>
            </a:extLst>
          </p:cNvPr>
          <p:cNvSpPr>
            <a:spLocks noGrp="1"/>
          </p:cNvSpPr>
          <p:nvPr>
            <p:ph sz="quarter" idx="19" hasCustomPrompt="1"/>
          </p:nvPr>
        </p:nvSpPr>
        <p:spPr>
          <a:xfrm>
            <a:off x="7348257" y="2376488"/>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EAC907-A41C-4782-BCD8-2B8C0ADD422D}"/>
              </a:ext>
            </a:extLst>
          </p:cNvPr>
          <p:cNvSpPr>
            <a:spLocks noGrp="1"/>
          </p:cNvSpPr>
          <p:nvPr>
            <p:ph type="body" sz="quarter" idx="20" hasCustomPrompt="1"/>
          </p:nvPr>
        </p:nvSpPr>
        <p:spPr>
          <a:xfrm>
            <a:off x="9677674" y="1710000"/>
            <a:ext cx="21492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056BBA8E-FD61-47C5-A779-B66918B4D327}"/>
              </a:ext>
            </a:extLst>
          </p:cNvPr>
          <p:cNvSpPr>
            <a:spLocks noGrp="1"/>
          </p:cNvSpPr>
          <p:nvPr>
            <p:ph sz="quarter" idx="21" hasCustomPrompt="1"/>
          </p:nvPr>
        </p:nvSpPr>
        <p:spPr>
          <a:xfrm>
            <a:off x="9677674"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48EED4C4-55A2-440F-BFEB-B054C51690A5}"/>
              </a:ext>
            </a:extLst>
          </p:cNvPr>
          <p:cNvSpPr>
            <a:spLocks noGrp="1"/>
          </p:cNvSpPr>
          <p:nvPr>
            <p:ph type="body" sz="quarter" idx="22" hasCustomPrompt="1"/>
          </p:nvPr>
        </p:nvSpPr>
        <p:spPr>
          <a:xfrm>
            <a:off x="360000" y="910800"/>
            <a:ext cx="11466000" cy="396000"/>
          </a:xfrm>
        </p:spPr>
        <p:txBody>
          <a:bodyPr/>
          <a:lstStyle>
            <a:lvl1pPr>
              <a:spcBef>
                <a:spcPts val="600"/>
              </a:spcBef>
              <a:defRPr sz="1800"/>
            </a:lvl1pPr>
          </a:lstStyle>
          <a:p>
            <a:pPr lvl="0"/>
            <a:r>
              <a:rPr lang="en-US"/>
              <a:t>Click to add subtitle</a:t>
            </a:r>
            <a:endParaRPr lang="en-GB"/>
          </a:p>
        </p:txBody>
      </p:sp>
      <p:sp>
        <p:nvSpPr>
          <p:cNvPr id="17" name="Footer Placeholder 2">
            <a:extLst>
              <a:ext uri="{FF2B5EF4-FFF2-40B4-BE49-F238E27FC236}">
                <a16:creationId xmlns:a16="http://schemas.microsoft.com/office/drawing/2014/main" id="{87217748-E446-4D43-916C-26B60C2E52C1}"/>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286439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6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F353-7CBB-4EBB-BB48-0DDB45E9B8E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55794D1-DF29-4B89-9359-EE65C8A56AFE}"/>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Content Placeholder 5">
            <a:extLst>
              <a:ext uri="{FF2B5EF4-FFF2-40B4-BE49-F238E27FC236}">
                <a16:creationId xmlns:a16="http://schemas.microsoft.com/office/drawing/2014/main" id="{127B7932-7D06-4E7E-AF70-44D39F481C0B}"/>
              </a:ext>
            </a:extLst>
          </p:cNvPr>
          <p:cNvSpPr>
            <a:spLocks noGrp="1"/>
          </p:cNvSpPr>
          <p:nvPr>
            <p:ph sz="quarter" idx="12" hasCustomPrompt="1"/>
          </p:nvPr>
        </p:nvSpPr>
        <p:spPr>
          <a:xfrm>
            <a:off x="3600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2FB353AB-4D08-4BBD-91C2-E6A30A5F493F}"/>
              </a:ext>
            </a:extLst>
          </p:cNvPr>
          <p:cNvSpPr>
            <a:spLocks noGrp="1"/>
          </p:cNvSpPr>
          <p:nvPr>
            <p:ph sz="quarter" idx="13" hasCustomPrompt="1"/>
          </p:nvPr>
        </p:nvSpPr>
        <p:spPr>
          <a:xfrm>
            <a:off x="230112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F4A6B5AF-EB3C-46C5-B212-27204822781C}"/>
              </a:ext>
            </a:extLst>
          </p:cNvPr>
          <p:cNvSpPr>
            <a:spLocks noGrp="1"/>
          </p:cNvSpPr>
          <p:nvPr>
            <p:ph sz="quarter" idx="14" hasCustomPrompt="1"/>
          </p:nvPr>
        </p:nvSpPr>
        <p:spPr>
          <a:xfrm>
            <a:off x="424224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5800475F-DBE2-47A0-89B9-1175EDD8427E}"/>
              </a:ext>
            </a:extLst>
          </p:cNvPr>
          <p:cNvSpPr>
            <a:spLocks noGrp="1"/>
          </p:cNvSpPr>
          <p:nvPr>
            <p:ph sz="quarter" idx="15" hasCustomPrompt="1"/>
          </p:nvPr>
        </p:nvSpPr>
        <p:spPr>
          <a:xfrm>
            <a:off x="618336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0B5CE08A-01D2-488B-843A-CA3415AB7320}"/>
              </a:ext>
            </a:extLst>
          </p:cNvPr>
          <p:cNvSpPr>
            <a:spLocks noGrp="1"/>
          </p:cNvSpPr>
          <p:nvPr>
            <p:ph sz="quarter" idx="16" hasCustomPrompt="1"/>
          </p:nvPr>
        </p:nvSpPr>
        <p:spPr>
          <a:xfrm>
            <a:off x="812448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5">
            <a:extLst>
              <a:ext uri="{FF2B5EF4-FFF2-40B4-BE49-F238E27FC236}">
                <a16:creationId xmlns:a16="http://schemas.microsoft.com/office/drawing/2014/main" id="{39BAB9BC-6F39-4494-87B4-04D45B7607BE}"/>
              </a:ext>
            </a:extLst>
          </p:cNvPr>
          <p:cNvSpPr>
            <a:spLocks noGrp="1"/>
          </p:cNvSpPr>
          <p:nvPr>
            <p:ph sz="quarter" idx="17" hasCustomPrompt="1"/>
          </p:nvPr>
        </p:nvSpPr>
        <p:spPr>
          <a:xfrm>
            <a:off x="100656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569F7FED-54BA-4C56-83A5-FA8601194047}"/>
              </a:ext>
            </a:extLst>
          </p:cNvPr>
          <p:cNvSpPr>
            <a:spLocks noGrp="1"/>
          </p:cNvSpPr>
          <p:nvPr>
            <p:ph type="body" sz="quarter" idx="18" hasCustomPrompt="1"/>
          </p:nvPr>
        </p:nvSpPr>
        <p:spPr>
          <a:xfrm>
            <a:off x="360000" y="910800"/>
            <a:ext cx="11466000" cy="396000"/>
          </a:xfrm>
        </p:spPr>
        <p:txBody>
          <a:bodyPr/>
          <a:lstStyle>
            <a:lvl1pPr>
              <a:spcBef>
                <a:spcPts val="600"/>
              </a:spcBef>
              <a:defRPr sz="1800"/>
            </a:lvl1pPr>
            <a:lvl2pPr>
              <a:defRPr sz="2200"/>
            </a:lvl2pPr>
            <a:lvl3pPr>
              <a:defRPr sz="2200"/>
            </a:lvl3pPr>
            <a:lvl4pPr>
              <a:defRPr sz="2200"/>
            </a:lvl4pPr>
            <a:lvl5pPr>
              <a:defRPr sz="2200"/>
            </a:lvl5pPr>
          </a:lstStyle>
          <a:p>
            <a:pPr lvl="0"/>
            <a:r>
              <a:rPr lang="en-US"/>
              <a:t>Click to add subtitle</a:t>
            </a:r>
            <a:endParaRPr lang="en-GB"/>
          </a:p>
        </p:txBody>
      </p:sp>
      <p:sp>
        <p:nvSpPr>
          <p:cNvPr id="13" name="Footer Placeholder 2">
            <a:extLst>
              <a:ext uri="{FF2B5EF4-FFF2-40B4-BE49-F238E27FC236}">
                <a16:creationId xmlns:a16="http://schemas.microsoft.com/office/drawing/2014/main" id="{E3BCCB5D-8E1A-4A3F-B35B-8CFD087E884F}"/>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17971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6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FA1-AACD-4AC6-8977-227A1E8204A7}"/>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9E9A02C0-437A-4731-B690-16D1AFCAA82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570764FD-7DA2-4FE5-A31B-6691075F4688}"/>
              </a:ext>
            </a:extLst>
          </p:cNvPr>
          <p:cNvSpPr>
            <a:spLocks noGrp="1"/>
          </p:cNvSpPr>
          <p:nvPr>
            <p:ph type="body" sz="quarter" idx="12" hasCustomPrompt="1"/>
          </p:nvPr>
        </p:nvSpPr>
        <p:spPr>
          <a:xfrm>
            <a:off x="360000" y="1708149"/>
            <a:ext cx="17604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CBC0C4CA-E13F-460B-A188-81482902B701}"/>
              </a:ext>
            </a:extLst>
          </p:cNvPr>
          <p:cNvSpPr>
            <a:spLocks noGrp="1"/>
          </p:cNvSpPr>
          <p:nvPr>
            <p:ph sz="quarter" idx="13" hasCustomPrompt="1"/>
          </p:nvPr>
        </p:nvSpPr>
        <p:spPr>
          <a:xfrm>
            <a:off x="3600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E105AA54-6669-4974-B1E8-3E58001D876E}"/>
              </a:ext>
            </a:extLst>
          </p:cNvPr>
          <p:cNvSpPr>
            <a:spLocks noGrp="1"/>
          </p:cNvSpPr>
          <p:nvPr>
            <p:ph type="body" sz="quarter" idx="14" hasCustomPrompt="1"/>
          </p:nvPr>
        </p:nvSpPr>
        <p:spPr>
          <a:xfrm>
            <a:off x="2301120" y="1708149"/>
            <a:ext cx="17604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2A0DDBF-A8B7-4F77-B8D5-E6CF8FB015AE}"/>
              </a:ext>
            </a:extLst>
          </p:cNvPr>
          <p:cNvSpPr>
            <a:spLocks noGrp="1"/>
          </p:cNvSpPr>
          <p:nvPr>
            <p:ph sz="quarter" idx="15" hasCustomPrompt="1"/>
          </p:nvPr>
        </p:nvSpPr>
        <p:spPr>
          <a:xfrm>
            <a:off x="230112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E793D7A9-75C8-4028-9CA8-F07E93F82E4E}"/>
              </a:ext>
            </a:extLst>
          </p:cNvPr>
          <p:cNvSpPr>
            <a:spLocks noGrp="1"/>
          </p:cNvSpPr>
          <p:nvPr>
            <p:ph type="body" sz="quarter" idx="16" hasCustomPrompt="1"/>
          </p:nvPr>
        </p:nvSpPr>
        <p:spPr>
          <a:xfrm>
            <a:off x="4242240" y="1708150"/>
            <a:ext cx="17604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9B5E2A26-6C2A-419D-B4DC-291BA85B0C8A}"/>
              </a:ext>
            </a:extLst>
          </p:cNvPr>
          <p:cNvSpPr>
            <a:spLocks noGrp="1"/>
          </p:cNvSpPr>
          <p:nvPr>
            <p:ph sz="quarter" idx="17" hasCustomPrompt="1"/>
          </p:nvPr>
        </p:nvSpPr>
        <p:spPr>
          <a:xfrm>
            <a:off x="424224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DE92C5F-EFFE-48BF-93E1-CC78EFCD2947}"/>
              </a:ext>
            </a:extLst>
          </p:cNvPr>
          <p:cNvSpPr>
            <a:spLocks noGrp="1"/>
          </p:cNvSpPr>
          <p:nvPr>
            <p:ph type="body" sz="quarter" idx="18" hasCustomPrompt="1"/>
          </p:nvPr>
        </p:nvSpPr>
        <p:spPr>
          <a:xfrm>
            <a:off x="6183360" y="1708149"/>
            <a:ext cx="17604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3DA85A52-F7FD-4298-9AE5-CB80F4E3C640}"/>
              </a:ext>
            </a:extLst>
          </p:cNvPr>
          <p:cNvSpPr>
            <a:spLocks noGrp="1"/>
          </p:cNvSpPr>
          <p:nvPr>
            <p:ph sz="quarter" idx="19" hasCustomPrompt="1"/>
          </p:nvPr>
        </p:nvSpPr>
        <p:spPr>
          <a:xfrm>
            <a:off x="618336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44E88849-5449-4627-813B-31B40F08F009}"/>
              </a:ext>
            </a:extLst>
          </p:cNvPr>
          <p:cNvSpPr>
            <a:spLocks noGrp="1"/>
          </p:cNvSpPr>
          <p:nvPr>
            <p:ph type="body" sz="quarter" idx="20" hasCustomPrompt="1"/>
          </p:nvPr>
        </p:nvSpPr>
        <p:spPr>
          <a:xfrm>
            <a:off x="8124480" y="1708150"/>
            <a:ext cx="17604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9A7FC01F-A245-4C0F-BF24-3AAE6AC55CC4}"/>
              </a:ext>
            </a:extLst>
          </p:cNvPr>
          <p:cNvSpPr>
            <a:spLocks noGrp="1"/>
          </p:cNvSpPr>
          <p:nvPr>
            <p:ph sz="quarter" idx="21" hasCustomPrompt="1"/>
          </p:nvPr>
        </p:nvSpPr>
        <p:spPr>
          <a:xfrm>
            <a:off x="812448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5CCD92EA-38A4-44E5-ADF7-78EA3D6DD06D}"/>
              </a:ext>
            </a:extLst>
          </p:cNvPr>
          <p:cNvSpPr>
            <a:spLocks noGrp="1"/>
          </p:cNvSpPr>
          <p:nvPr>
            <p:ph type="body" sz="quarter" idx="22" hasCustomPrompt="1"/>
          </p:nvPr>
        </p:nvSpPr>
        <p:spPr>
          <a:xfrm>
            <a:off x="10065600" y="1708150"/>
            <a:ext cx="1760400" cy="604800"/>
          </a:xfrm>
        </p:spPr>
        <p:txBody>
          <a:bodyPr/>
          <a:lstStyle>
            <a:lvl1pPr>
              <a:defRPr b="1"/>
            </a:lvl1pPr>
          </a:lstStyle>
          <a:p>
            <a:pPr lvl="0"/>
            <a:r>
              <a:rPr lang="en-US"/>
              <a:t>Click to add text</a:t>
            </a:r>
            <a:endParaRPr lang="en-GB"/>
          </a:p>
        </p:txBody>
      </p:sp>
      <p:sp>
        <p:nvSpPr>
          <p:cNvPr id="28" name="Content Placeholder 27">
            <a:extLst>
              <a:ext uri="{FF2B5EF4-FFF2-40B4-BE49-F238E27FC236}">
                <a16:creationId xmlns:a16="http://schemas.microsoft.com/office/drawing/2014/main" id="{8317D903-C6B2-443C-A2F2-E7B672E08E3B}"/>
              </a:ext>
            </a:extLst>
          </p:cNvPr>
          <p:cNvSpPr>
            <a:spLocks noGrp="1"/>
          </p:cNvSpPr>
          <p:nvPr>
            <p:ph sz="quarter" idx="23" hasCustomPrompt="1"/>
          </p:nvPr>
        </p:nvSpPr>
        <p:spPr>
          <a:xfrm>
            <a:off x="100656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29">
            <a:extLst>
              <a:ext uri="{FF2B5EF4-FFF2-40B4-BE49-F238E27FC236}">
                <a16:creationId xmlns:a16="http://schemas.microsoft.com/office/drawing/2014/main" id="{D26D01CC-3541-4F97-AF97-73FF6352033A}"/>
              </a:ext>
            </a:extLst>
          </p:cNvPr>
          <p:cNvSpPr>
            <a:spLocks noGrp="1"/>
          </p:cNvSpPr>
          <p:nvPr>
            <p:ph type="body" sz="quarter" idx="24" hasCustomPrompt="1"/>
          </p:nvPr>
        </p:nvSpPr>
        <p:spPr>
          <a:xfrm>
            <a:off x="360000" y="910800"/>
            <a:ext cx="11466000" cy="396000"/>
          </a:xfrm>
        </p:spPr>
        <p:txBody>
          <a:bodyPr/>
          <a:lstStyle>
            <a:lvl1pPr>
              <a:spcBef>
                <a:spcPts val="600"/>
              </a:spcBef>
              <a:defRPr sz="1800"/>
            </a:lvl1pPr>
          </a:lstStyle>
          <a:p>
            <a:pPr lvl="0"/>
            <a:r>
              <a:rPr lang="en-US"/>
              <a:t>Click to add subtitle</a:t>
            </a:r>
            <a:endParaRPr lang="en-GB"/>
          </a:p>
        </p:txBody>
      </p:sp>
      <p:sp>
        <p:nvSpPr>
          <p:cNvPr id="19" name="Footer Placeholder 2">
            <a:extLst>
              <a:ext uri="{FF2B5EF4-FFF2-40B4-BE49-F238E27FC236}">
                <a16:creationId xmlns:a16="http://schemas.microsoft.com/office/drawing/2014/main" id="{AE95F78F-EB68-48F0-A7DD-EA09D47E6F4B}"/>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796516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2903-71A8-4BD2-B059-6BA4C3AA3987}"/>
              </a:ext>
            </a:extLst>
          </p:cNvPr>
          <p:cNvSpPr>
            <a:spLocks noGrp="1"/>
          </p:cNvSpPr>
          <p:nvPr>
            <p:ph type="title" hasCustomPrompt="1"/>
          </p:nvPr>
        </p:nvSpPr>
        <p:spPr>
          <a:xfrm>
            <a:off x="359999" y="430718"/>
            <a:ext cx="5626800"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33EFCC3-809C-4472-825A-5268DA759575}"/>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C55437D9-CE22-451C-B458-B3F648A64234}"/>
              </a:ext>
            </a:extLst>
          </p:cNvPr>
          <p:cNvSpPr>
            <a:spLocks noGrp="1"/>
          </p:cNvSpPr>
          <p:nvPr>
            <p:ph type="body" sz="quarter" idx="12" hasCustomPrompt="1"/>
          </p:nvPr>
        </p:nvSpPr>
        <p:spPr>
          <a:xfrm>
            <a:off x="360000"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Picture Placeholder 7">
            <a:extLst>
              <a:ext uri="{FF2B5EF4-FFF2-40B4-BE49-F238E27FC236}">
                <a16:creationId xmlns:a16="http://schemas.microsoft.com/office/drawing/2014/main" id="{9F169CDD-9FFC-4BEA-A4C1-F55F1EBC5A64}"/>
              </a:ext>
            </a:extLst>
          </p:cNvPr>
          <p:cNvSpPr>
            <a:spLocks noGrp="1"/>
          </p:cNvSpPr>
          <p:nvPr>
            <p:ph type="pic" sz="quarter" idx="13"/>
          </p:nvPr>
        </p:nvSpPr>
        <p:spPr>
          <a:xfrm>
            <a:off x="6202799" y="430717"/>
            <a:ext cx="5626800" cy="5468400"/>
          </a:xfrm>
        </p:spPr>
        <p:txBody>
          <a:bodyPr anchor="ctr" anchorCtr="0"/>
          <a:lstStyle>
            <a:lvl1pPr algn="ctr">
              <a:defRPr/>
            </a:lvl1pPr>
          </a:lstStyle>
          <a:p>
            <a:r>
              <a:rPr lang="pt-BR"/>
              <a:t>Clique no ícone para adicionar uma imagem</a:t>
            </a:r>
            <a:endParaRPr lang="en-GB"/>
          </a:p>
        </p:txBody>
      </p:sp>
      <p:sp>
        <p:nvSpPr>
          <p:cNvPr id="7" name="Footer Placeholder 2">
            <a:extLst>
              <a:ext uri="{FF2B5EF4-FFF2-40B4-BE49-F238E27FC236}">
                <a16:creationId xmlns:a16="http://schemas.microsoft.com/office/drawing/2014/main" id="{CE88BE43-B269-45AD-877E-3C0063B57ED7}"/>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217174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FAACB8-7B00-457D-8F89-FB4DD9039A6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8" name="Picture Placeholder 7">
            <a:extLst>
              <a:ext uri="{FF2B5EF4-FFF2-40B4-BE49-F238E27FC236}">
                <a16:creationId xmlns:a16="http://schemas.microsoft.com/office/drawing/2014/main" id="{44F34447-13E0-43B9-BE1F-C60C03555D39}"/>
              </a:ext>
            </a:extLst>
          </p:cNvPr>
          <p:cNvSpPr>
            <a:spLocks noGrp="1"/>
          </p:cNvSpPr>
          <p:nvPr>
            <p:ph type="pic" sz="quarter" idx="12"/>
          </p:nvPr>
        </p:nvSpPr>
        <p:spPr>
          <a:xfrm>
            <a:off x="360000" y="432000"/>
            <a:ext cx="5627561" cy="5468400"/>
          </a:xfrm>
        </p:spPr>
        <p:txBody>
          <a:bodyPr anchor="ctr" anchorCtr="0"/>
          <a:lstStyle>
            <a:lvl1pPr algn="ctr">
              <a:defRPr/>
            </a:lvl1pPr>
          </a:lstStyle>
          <a:p>
            <a:r>
              <a:rPr lang="pt-BR"/>
              <a:t>Clique no ícone para adicionar uma imagem</a:t>
            </a:r>
            <a:endParaRPr lang="en-GB"/>
          </a:p>
        </p:txBody>
      </p:sp>
      <p:sp>
        <p:nvSpPr>
          <p:cNvPr id="6" name="Text Placeholder 5">
            <a:extLst>
              <a:ext uri="{FF2B5EF4-FFF2-40B4-BE49-F238E27FC236}">
                <a16:creationId xmlns:a16="http://schemas.microsoft.com/office/drawing/2014/main" id="{10D6BD01-6C23-44ED-8363-1C234E2533EA}"/>
              </a:ext>
            </a:extLst>
          </p:cNvPr>
          <p:cNvSpPr>
            <a:spLocks noGrp="1"/>
          </p:cNvSpPr>
          <p:nvPr>
            <p:ph type="body" sz="quarter" idx="13" hasCustomPrompt="1"/>
          </p:nvPr>
        </p:nvSpPr>
        <p:spPr>
          <a:xfrm>
            <a:off x="6202361"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86AABB0-FC25-4DDA-B141-9861B8EF64BF}"/>
              </a:ext>
            </a:extLst>
          </p:cNvPr>
          <p:cNvSpPr>
            <a:spLocks noGrp="1"/>
          </p:cNvSpPr>
          <p:nvPr>
            <p:ph type="title" hasCustomPrompt="1"/>
          </p:nvPr>
        </p:nvSpPr>
        <p:spPr>
          <a:xfrm>
            <a:off x="6202361" y="430718"/>
            <a:ext cx="5626800" cy="403200"/>
          </a:xfrm>
        </p:spPr>
        <p:txBody>
          <a:bodyPr/>
          <a:lstStyle>
            <a:lvl1pPr>
              <a:defRPr/>
            </a:lvl1pPr>
          </a:lstStyle>
          <a:p>
            <a:r>
              <a:rPr lang="en-US"/>
              <a:t>Click to add title</a:t>
            </a:r>
            <a:endParaRPr lang="en-GB"/>
          </a:p>
        </p:txBody>
      </p:sp>
      <p:sp>
        <p:nvSpPr>
          <p:cNvPr id="7" name="Footer Placeholder 2">
            <a:extLst>
              <a:ext uri="{FF2B5EF4-FFF2-40B4-BE49-F238E27FC236}">
                <a16:creationId xmlns:a16="http://schemas.microsoft.com/office/drawing/2014/main" id="{BE1B18FF-E0B1-4E4E-83D0-ACFC6A747BC6}"/>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98399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 sub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8738-2E1C-4407-AE23-FC7C5224777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8DB932A-F9A4-4379-8F69-FA63BDFA2491}"/>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6" name="Text Placeholder 5">
            <a:extLst>
              <a:ext uri="{FF2B5EF4-FFF2-40B4-BE49-F238E27FC236}">
                <a16:creationId xmlns:a16="http://schemas.microsoft.com/office/drawing/2014/main" id="{F7C6D4BB-14E1-42DC-832A-2D0CE7863284}"/>
              </a:ext>
            </a:extLst>
          </p:cNvPr>
          <p:cNvSpPr>
            <a:spLocks noGrp="1"/>
          </p:cNvSpPr>
          <p:nvPr>
            <p:ph type="body" sz="quarter" idx="12" hasCustomPrompt="1"/>
          </p:nvPr>
        </p:nvSpPr>
        <p:spPr>
          <a:xfrm>
            <a:off x="360363" y="910800"/>
            <a:ext cx="11466512" cy="396000"/>
          </a:xfrm>
        </p:spPr>
        <p:txBody>
          <a:bodyPr/>
          <a:lstStyle>
            <a:lvl1pPr>
              <a:spcBef>
                <a:spcPts val="600"/>
              </a:spcBef>
              <a:defRPr sz="1800"/>
            </a:lvl1pPr>
          </a:lstStyle>
          <a:p>
            <a:pPr lvl="0"/>
            <a:r>
              <a:rPr lang="en-US"/>
              <a:t>Click to add subtitle</a:t>
            </a:r>
            <a:endParaRPr lang="en-GB"/>
          </a:p>
        </p:txBody>
      </p:sp>
      <p:sp>
        <p:nvSpPr>
          <p:cNvPr id="7" name="Footer Placeholder 2">
            <a:extLst>
              <a:ext uri="{FF2B5EF4-FFF2-40B4-BE49-F238E27FC236}">
                <a16:creationId xmlns:a16="http://schemas.microsoft.com/office/drawing/2014/main" id="{C302BA4C-A72D-4F33-B7E7-ADD8F6DD6E6D}"/>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53368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B2F2EE-42BB-4EB6-8FC2-5E56E4F34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5" name="Footer Placeholder 2">
            <a:extLst>
              <a:ext uri="{FF2B5EF4-FFF2-40B4-BE49-F238E27FC236}">
                <a16:creationId xmlns:a16="http://schemas.microsoft.com/office/drawing/2014/main" id="{E3A892C4-7573-4C0D-BCC7-B349BDC61A7D}"/>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3339096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Layout Personalizad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DBFCF05-202B-9D46-87E5-8EE626275226}"/>
              </a:ext>
            </a:extLst>
          </p:cNvPr>
          <p:cNvSpPr>
            <a:spLocks noGrp="1"/>
          </p:cNvSpPr>
          <p:nvPr>
            <p:ph type="title"/>
          </p:nvPr>
        </p:nvSpPr>
        <p:spPr>
          <a:xfrm>
            <a:off x="479425" y="518400"/>
            <a:ext cx="8234807" cy="704346"/>
          </a:xfrm>
          <a:prstGeom prst="rect">
            <a:avLst/>
          </a:prstGeom>
        </p:spPr>
        <p:txBody>
          <a:bodyPr vert="horz" lIns="0" tIns="0" rIns="0" bIns="0" rtlCol="0" anchor="t">
            <a:noAutofit/>
          </a:bodyPr>
          <a:lstStyle/>
          <a:p>
            <a:r>
              <a:rPr lang="pt-BR"/>
              <a:t>Clique para editar o título Mestre</a:t>
            </a:r>
            <a:endParaRPr lang="en-GB"/>
          </a:p>
        </p:txBody>
      </p:sp>
      <p:sp>
        <p:nvSpPr>
          <p:cNvPr id="7" name="Espaço Reservado para Texto 6">
            <a:extLst>
              <a:ext uri="{FF2B5EF4-FFF2-40B4-BE49-F238E27FC236}">
                <a16:creationId xmlns:a16="http://schemas.microsoft.com/office/drawing/2014/main" id="{33E3D48B-A1FC-DB43-A88F-B45964D6FA08}"/>
              </a:ext>
            </a:extLst>
          </p:cNvPr>
          <p:cNvSpPr>
            <a:spLocks noGrp="1"/>
          </p:cNvSpPr>
          <p:nvPr>
            <p:ph type="body" sz="quarter" idx="11"/>
          </p:nvPr>
        </p:nvSpPr>
        <p:spPr>
          <a:xfrm>
            <a:off x="479425" y="1725723"/>
            <a:ext cx="4540250" cy="1461939"/>
          </a:xfrm>
          <a:prstGeom prst="rect">
            <a:avLst/>
          </a:prstGeom>
        </p:spPr>
        <p:txBody>
          <a:bodyPr lIns="0" tIns="0" rIns="0" bIns="0">
            <a:spAutoFit/>
          </a:bodyPr>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Espaço Reservado para Texto 6">
            <a:extLst>
              <a:ext uri="{FF2B5EF4-FFF2-40B4-BE49-F238E27FC236}">
                <a16:creationId xmlns:a16="http://schemas.microsoft.com/office/drawing/2014/main" id="{CA8A3C4F-A62C-7141-9637-8A383A7EB814}"/>
              </a:ext>
            </a:extLst>
          </p:cNvPr>
          <p:cNvSpPr>
            <a:spLocks noGrp="1"/>
          </p:cNvSpPr>
          <p:nvPr>
            <p:ph type="body" sz="quarter" idx="13"/>
          </p:nvPr>
        </p:nvSpPr>
        <p:spPr>
          <a:xfrm>
            <a:off x="5444617" y="1725723"/>
            <a:ext cx="4540250" cy="1461939"/>
          </a:xfrm>
          <a:prstGeom prst="rect">
            <a:avLst/>
          </a:prstGeom>
        </p:spPr>
        <p:txBody>
          <a:bodyPr lIns="0" tIns="0" rIns="0" bIns="0">
            <a:spAutoFit/>
          </a:bodyPr>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3" name="Espaço Reservado para Texto 10">
            <a:extLst>
              <a:ext uri="{FF2B5EF4-FFF2-40B4-BE49-F238E27FC236}">
                <a16:creationId xmlns:a16="http://schemas.microsoft.com/office/drawing/2014/main" id="{FF85F98B-D459-7448-BBA4-2C47FF321251}"/>
              </a:ext>
            </a:extLst>
          </p:cNvPr>
          <p:cNvSpPr>
            <a:spLocks noGrp="1"/>
          </p:cNvSpPr>
          <p:nvPr>
            <p:ph type="body" sz="quarter" idx="14" hasCustomPrompt="1"/>
          </p:nvPr>
        </p:nvSpPr>
        <p:spPr>
          <a:xfrm>
            <a:off x="7889357" y="6198782"/>
            <a:ext cx="3939105" cy="574158"/>
          </a:xfrm>
          <a:prstGeom prst="rect">
            <a:avLst/>
          </a:prstGeom>
        </p:spPr>
        <p:txBody>
          <a:bodyPr lIns="0" tIns="0" rIns="0" bIns="0" anchor="ctr" anchorCtr="0"/>
          <a:lstStyle>
            <a:lvl1pPr algn="r">
              <a:spcBef>
                <a:spcPts val="0"/>
              </a:spcBef>
              <a:spcAft>
                <a:spcPts val="300"/>
              </a:spcAft>
              <a:defRPr sz="800" b="0" i="1">
                <a:latin typeface="Kantar Brown Light" panose="020B0404020101010102" pitchFamily="34" charset="77"/>
                <a:cs typeface="Kantar Brown Light" panose="020B0404020101010102" pitchFamily="34" charset="77"/>
              </a:defRPr>
            </a:lvl1pPr>
          </a:lstStyle>
          <a:p>
            <a:pPr lvl="0"/>
            <a:r>
              <a:rPr lang="pt-BR"/>
              <a:t>Nota</a:t>
            </a:r>
          </a:p>
        </p:txBody>
      </p:sp>
    </p:spTree>
    <p:extLst>
      <p:ext uri="{BB962C8B-B14F-4D97-AF65-F5344CB8AC3E}">
        <p14:creationId xmlns:p14="http://schemas.microsoft.com/office/powerpoint/2010/main" val="277675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Slide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95721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DBFCF05-202B-9D46-87E5-8EE626275226}"/>
              </a:ext>
            </a:extLst>
          </p:cNvPr>
          <p:cNvSpPr>
            <a:spLocks noGrp="1"/>
          </p:cNvSpPr>
          <p:nvPr>
            <p:ph type="title"/>
          </p:nvPr>
        </p:nvSpPr>
        <p:spPr>
          <a:xfrm>
            <a:off x="479425" y="518400"/>
            <a:ext cx="8234807" cy="704346"/>
          </a:xfrm>
          <a:prstGeom prst="rect">
            <a:avLst/>
          </a:prstGeom>
        </p:spPr>
        <p:txBody>
          <a:bodyPr vert="horz" lIns="0" tIns="0" rIns="0" bIns="0" rtlCol="0" anchor="t">
            <a:noAutofit/>
          </a:bodyPr>
          <a:lstStyle/>
          <a:p>
            <a:r>
              <a:rPr lang="pt-BR"/>
              <a:t>Clique para editar o título Mestre</a:t>
            </a:r>
            <a:endParaRPr lang="en-GB"/>
          </a:p>
        </p:txBody>
      </p:sp>
      <p:sp>
        <p:nvSpPr>
          <p:cNvPr id="7" name="Espaço Reservado para Texto 6">
            <a:extLst>
              <a:ext uri="{FF2B5EF4-FFF2-40B4-BE49-F238E27FC236}">
                <a16:creationId xmlns:a16="http://schemas.microsoft.com/office/drawing/2014/main" id="{33E3D48B-A1FC-DB43-A88F-B45964D6FA08}"/>
              </a:ext>
            </a:extLst>
          </p:cNvPr>
          <p:cNvSpPr>
            <a:spLocks noGrp="1"/>
          </p:cNvSpPr>
          <p:nvPr>
            <p:ph type="body" sz="quarter" idx="11"/>
          </p:nvPr>
        </p:nvSpPr>
        <p:spPr>
          <a:xfrm>
            <a:off x="479425" y="1725723"/>
            <a:ext cx="4540250" cy="1461939"/>
          </a:xfrm>
          <a:prstGeom prst="rect">
            <a:avLst/>
          </a:prstGeom>
        </p:spPr>
        <p:txBody>
          <a:bodyPr lIns="0" tIns="0" rIns="0" bIns="0">
            <a:spAutoFit/>
          </a:bodyPr>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8" name="Espaço Reservado para Texto 6">
            <a:extLst>
              <a:ext uri="{FF2B5EF4-FFF2-40B4-BE49-F238E27FC236}">
                <a16:creationId xmlns:a16="http://schemas.microsoft.com/office/drawing/2014/main" id="{CA8A3C4F-A62C-7141-9637-8A383A7EB814}"/>
              </a:ext>
            </a:extLst>
          </p:cNvPr>
          <p:cNvSpPr>
            <a:spLocks noGrp="1"/>
          </p:cNvSpPr>
          <p:nvPr>
            <p:ph type="body" sz="quarter" idx="13"/>
          </p:nvPr>
        </p:nvSpPr>
        <p:spPr>
          <a:xfrm>
            <a:off x="5444617" y="1725723"/>
            <a:ext cx="4540250" cy="1461939"/>
          </a:xfrm>
          <a:prstGeom prst="rect">
            <a:avLst/>
          </a:prstGeom>
        </p:spPr>
        <p:txBody>
          <a:bodyPr lIns="0" tIns="0" rIns="0" bIns="0">
            <a:spAutoFit/>
          </a:bodyPr>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3" name="Espaço Reservado para Texto 10">
            <a:extLst>
              <a:ext uri="{FF2B5EF4-FFF2-40B4-BE49-F238E27FC236}">
                <a16:creationId xmlns:a16="http://schemas.microsoft.com/office/drawing/2014/main" id="{FF85F98B-D459-7448-BBA4-2C47FF321251}"/>
              </a:ext>
            </a:extLst>
          </p:cNvPr>
          <p:cNvSpPr>
            <a:spLocks noGrp="1"/>
          </p:cNvSpPr>
          <p:nvPr>
            <p:ph type="body" sz="quarter" idx="14" hasCustomPrompt="1"/>
          </p:nvPr>
        </p:nvSpPr>
        <p:spPr>
          <a:xfrm>
            <a:off x="7889357" y="6198782"/>
            <a:ext cx="3939105" cy="574158"/>
          </a:xfrm>
          <a:prstGeom prst="rect">
            <a:avLst/>
          </a:prstGeom>
        </p:spPr>
        <p:txBody>
          <a:bodyPr lIns="0" tIns="0" rIns="0" bIns="0" anchor="ctr" anchorCtr="0"/>
          <a:lstStyle>
            <a:lvl1pPr algn="r">
              <a:spcBef>
                <a:spcPts val="0"/>
              </a:spcBef>
              <a:spcAft>
                <a:spcPts val="300"/>
              </a:spcAft>
              <a:defRPr sz="800" b="0" i="1">
                <a:latin typeface="Kantar Brown Light" panose="020B0404020101010102" pitchFamily="34" charset="77"/>
                <a:cs typeface="Kantar Brown Light" panose="020B0404020101010102" pitchFamily="34" charset="77"/>
              </a:defRPr>
            </a:lvl1pPr>
          </a:lstStyle>
          <a:p>
            <a:pPr lvl="0"/>
            <a:r>
              <a:rPr lang="pt-BR"/>
              <a:t>Nota</a:t>
            </a:r>
          </a:p>
        </p:txBody>
      </p:sp>
    </p:spTree>
    <p:extLst>
      <p:ext uri="{BB962C8B-B14F-4D97-AF65-F5344CB8AC3E}">
        <p14:creationId xmlns:p14="http://schemas.microsoft.com/office/powerpoint/2010/main" val="2674554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Layout Personalizad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DBFCF05-202B-9D46-87E5-8EE626275226}"/>
              </a:ext>
            </a:extLst>
          </p:cNvPr>
          <p:cNvSpPr>
            <a:spLocks noGrp="1"/>
          </p:cNvSpPr>
          <p:nvPr>
            <p:ph type="title"/>
          </p:nvPr>
        </p:nvSpPr>
        <p:spPr>
          <a:xfrm>
            <a:off x="479425" y="518400"/>
            <a:ext cx="3933087" cy="704346"/>
          </a:xfrm>
          <a:prstGeom prst="rect">
            <a:avLst/>
          </a:prstGeom>
        </p:spPr>
        <p:txBody>
          <a:bodyPr vert="horz" lIns="0" tIns="0" rIns="0" bIns="0" rtlCol="0" anchor="t">
            <a:noAutofit/>
          </a:bodyPr>
          <a:lstStyle/>
          <a:p>
            <a:r>
              <a:rPr lang="pt-BR"/>
              <a:t>Clique para editar o título Mestre</a:t>
            </a:r>
            <a:endParaRPr lang="en-GB"/>
          </a:p>
        </p:txBody>
      </p:sp>
      <p:sp>
        <p:nvSpPr>
          <p:cNvPr id="7" name="Espaço Reservado para Texto 6">
            <a:extLst>
              <a:ext uri="{FF2B5EF4-FFF2-40B4-BE49-F238E27FC236}">
                <a16:creationId xmlns:a16="http://schemas.microsoft.com/office/drawing/2014/main" id="{33E3D48B-A1FC-DB43-A88F-B45964D6FA08}"/>
              </a:ext>
            </a:extLst>
          </p:cNvPr>
          <p:cNvSpPr>
            <a:spLocks noGrp="1"/>
          </p:cNvSpPr>
          <p:nvPr>
            <p:ph type="body" sz="quarter" idx="11"/>
          </p:nvPr>
        </p:nvSpPr>
        <p:spPr>
          <a:xfrm>
            <a:off x="4744501" y="428625"/>
            <a:ext cx="4540250" cy="1461939"/>
          </a:xfrm>
          <a:prstGeom prst="rect">
            <a:avLst/>
          </a:prstGeom>
        </p:spPr>
        <p:txBody>
          <a:bodyPr lIns="0" tIns="0" rIns="0" bIns="0">
            <a:spAutoFit/>
          </a:bodyPr>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Texto 10">
            <a:extLst>
              <a:ext uri="{FF2B5EF4-FFF2-40B4-BE49-F238E27FC236}">
                <a16:creationId xmlns:a16="http://schemas.microsoft.com/office/drawing/2014/main" id="{3BD4B427-8796-FC48-9762-4A2FE05858FC}"/>
              </a:ext>
            </a:extLst>
          </p:cNvPr>
          <p:cNvSpPr>
            <a:spLocks noGrp="1"/>
          </p:cNvSpPr>
          <p:nvPr>
            <p:ph type="body" sz="quarter" idx="14" hasCustomPrompt="1"/>
          </p:nvPr>
        </p:nvSpPr>
        <p:spPr>
          <a:xfrm>
            <a:off x="7889357" y="6198782"/>
            <a:ext cx="3939105" cy="574158"/>
          </a:xfrm>
          <a:prstGeom prst="rect">
            <a:avLst/>
          </a:prstGeom>
        </p:spPr>
        <p:txBody>
          <a:bodyPr lIns="0" tIns="0" rIns="0" bIns="0" anchor="ctr" anchorCtr="0"/>
          <a:lstStyle>
            <a:lvl1pPr algn="r">
              <a:spcBef>
                <a:spcPts val="0"/>
              </a:spcBef>
              <a:spcAft>
                <a:spcPts val="300"/>
              </a:spcAft>
              <a:defRPr sz="800" b="0" i="1">
                <a:latin typeface="Kantar Brown Light" panose="020B0404020101010102" pitchFamily="34" charset="77"/>
                <a:cs typeface="Kantar Brown Light" panose="020B0404020101010102" pitchFamily="34" charset="77"/>
              </a:defRPr>
            </a:lvl1pPr>
          </a:lstStyle>
          <a:p>
            <a:pPr lvl="0"/>
            <a:r>
              <a:rPr lang="pt-BR"/>
              <a:t>Nota</a:t>
            </a:r>
          </a:p>
        </p:txBody>
      </p:sp>
    </p:spTree>
    <p:extLst>
      <p:ext uri="{BB962C8B-B14F-4D97-AF65-F5344CB8AC3E}">
        <p14:creationId xmlns:p14="http://schemas.microsoft.com/office/powerpoint/2010/main" val="228848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6DBFCF05-202B-9D46-87E5-8EE626275226}"/>
              </a:ext>
            </a:extLst>
          </p:cNvPr>
          <p:cNvSpPr>
            <a:spLocks noGrp="1"/>
          </p:cNvSpPr>
          <p:nvPr>
            <p:ph type="title"/>
          </p:nvPr>
        </p:nvSpPr>
        <p:spPr>
          <a:xfrm>
            <a:off x="479425" y="518400"/>
            <a:ext cx="8234807" cy="704346"/>
          </a:xfrm>
          <a:prstGeom prst="rect">
            <a:avLst/>
          </a:prstGeom>
        </p:spPr>
        <p:txBody>
          <a:bodyPr vert="horz" lIns="0" tIns="0" rIns="0" bIns="0" rtlCol="0" anchor="t">
            <a:noAutofit/>
          </a:bodyPr>
          <a:lstStyle>
            <a:lvl1pPr>
              <a:lnSpc>
                <a:spcPts val="5000"/>
              </a:lnSpc>
              <a:defRPr sz="5000"/>
            </a:lvl1pPr>
          </a:lstStyle>
          <a:p>
            <a:r>
              <a:rPr lang="pt-BR"/>
              <a:t>Clique para editar o título Mestre</a:t>
            </a:r>
            <a:endParaRPr lang="en-GB"/>
          </a:p>
        </p:txBody>
      </p:sp>
      <p:sp>
        <p:nvSpPr>
          <p:cNvPr id="7" name="Espaço Reservado para Texto 6">
            <a:extLst>
              <a:ext uri="{FF2B5EF4-FFF2-40B4-BE49-F238E27FC236}">
                <a16:creationId xmlns:a16="http://schemas.microsoft.com/office/drawing/2014/main" id="{33E3D48B-A1FC-DB43-A88F-B45964D6FA08}"/>
              </a:ext>
            </a:extLst>
          </p:cNvPr>
          <p:cNvSpPr>
            <a:spLocks noGrp="1"/>
          </p:cNvSpPr>
          <p:nvPr>
            <p:ph type="body" sz="quarter" idx="11"/>
          </p:nvPr>
        </p:nvSpPr>
        <p:spPr>
          <a:xfrm>
            <a:off x="479425" y="2997454"/>
            <a:ext cx="4540250" cy="2489200"/>
          </a:xfrm>
          <a:prstGeom prst="rect">
            <a:avLst/>
          </a:prstGeom>
        </p:spPr>
        <p:txBody>
          <a:bodyPr lIns="0" tIns="0" rIns="0" bIns="0"/>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Texto 5">
            <a:extLst>
              <a:ext uri="{FF2B5EF4-FFF2-40B4-BE49-F238E27FC236}">
                <a16:creationId xmlns:a16="http://schemas.microsoft.com/office/drawing/2014/main" id="{9A575E24-AF83-BF48-8C9D-28E56F8BC5BB}"/>
              </a:ext>
            </a:extLst>
          </p:cNvPr>
          <p:cNvSpPr>
            <a:spLocks noGrp="1"/>
          </p:cNvSpPr>
          <p:nvPr>
            <p:ph type="body" sz="quarter" idx="12" hasCustomPrompt="1"/>
          </p:nvPr>
        </p:nvSpPr>
        <p:spPr>
          <a:xfrm>
            <a:off x="479425" y="1874163"/>
            <a:ext cx="7347839" cy="822325"/>
          </a:xfrm>
          <a:prstGeom prst="rect">
            <a:avLst/>
          </a:prstGeom>
        </p:spPr>
        <p:txBody>
          <a:bodyPr lIns="0" tIns="0" rIns="0" bIns="0"/>
          <a:lstStyle>
            <a:lvl1pPr>
              <a:lnSpc>
                <a:spcPct val="100000"/>
              </a:lnSpc>
              <a:spcBef>
                <a:spcPts val="0"/>
              </a:spcBef>
              <a:defRPr lang="pt-BR" sz="2000" b="0" i="0" kern="1200" cap="all" dirty="0" smtClean="0">
                <a:solidFill>
                  <a:srgbClr val="000000"/>
                </a:solidFill>
                <a:latin typeface="Kantar Brown Light" panose="020B0404020101010102" pitchFamily="34" charset="77"/>
                <a:ea typeface="+mj-ea"/>
                <a:cs typeface="Kantar Brown Light" panose="020B0404020101010102" pitchFamily="34" charset="77"/>
              </a:defRPr>
            </a:lvl1pPr>
            <a:lvl2pPr>
              <a:defRPr lang="pt-BR" sz="3300" b="0" i="0" kern="1200" cap="all" dirty="0" smtClean="0">
                <a:solidFill>
                  <a:srgbClr val="A84C97"/>
                </a:solidFill>
                <a:latin typeface="Kantar Brown Thin" panose="020B0304020101010102" pitchFamily="34" charset="77"/>
                <a:ea typeface="+mj-ea"/>
                <a:cs typeface="Kantar Brown Thin" panose="020B0304020101010102" pitchFamily="34" charset="77"/>
              </a:defRPr>
            </a:lvl2pPr>
            <a:lvl3pPr>
              <a:defRPr lang="pt-BR" sz="3300" b="0" i="0" kern="1200" cap="all" dirty="0" smtClean="0">
                <a:solidFill>
                  <a:srgbClr val="A84C97"/>
                </a:solidFill>
                <a:latin typeface="Kantar Brown Thin" panose="020B0304020101010102" pitchFamily="34" charset="77"/>
                <a:ea typeface="+mj-ea"/>
                <a:cs typeface="Kantar Brown Thin" panose="020B0304020101010102" pitchFamily="34" charset="77"/>
              </a:defRPr>
            </a:lvl3pPr>
            <a:lvl4pPr>
              <a:defRPr lang="pt-BR" sz="3300" b="0" i="0" kern="1200" cap="all" dirty="0" smtClean="0">
                <a:solidFill>
                  <a:srgbClr val="A84C97"/>
                </a:solidFill>
                <a:latin typeface="Kantar Brown Thin" panose="020B0304020101010102" pitchFamily="34" charset="77"/>
                <a:ea typeface="+mj-ea"/>
                <a:cs typeface="Kantar Brown Thin" panose="020B0304020101010102" pitchFamily="34" charset="77"/>
              </a:defRPr>
            </a:lvl4pPr>
            <a:lvl5pPr>
              <a:defRPr lang="pt-BR" sz="3300" b="0" i="0" kern="1200" cap="all" dirty="0">
                <a:solidFill>
                  <a:srgbClr val="A84C97"/>
                </a:solidFill>
                <a:latin typeface="Kantar Brown Thin" panose="020B0304020101010102" pitchFamily="34" charset="77"/>
                <a:ea typeface="+mj-ea"/>
                <a:cs typeface="Kantar Brown Thin" panose="020B0304020101010102" pitchFamily="34" charset="77"/>
              </a:defRPr>
            </a:lvl5pPr>
          </a:lstStyle>
          <a:p>
            <a:pPr lvl="0"/>
            <a:r>
              <a:rPr lang="pt-BR"/>
              <a:t>SUBT</a:t>
            </a:r>
          </a:p>
        </p:txBody>
      </p:sp>
      <p:sp>
        <p:nvSpPr>
          <p:cNvPr id="10" name="Espaço Reservado para Texto 6">
            <a:extLst>
              <a:ext uri="{FF2B5EF4-FFF2-40B4-BE49-F238E27FC236}">
                <a16:creationId xmlns:a16="http://schemas.microsoft.com/office/drawing/2014/main" id="{988BADA0-1097-6C4D-8AC5-53ED9C52CABF}"/>
              </a:ext>
            </a:extLst>
          </p:cNvPr>
          <p:cNvSpPr>
            <a:spLocks noGrp="1"/>
          </p:cNvSpPr>
          <p:nvPr>
            <p:ph type="body" sz="quarter" idx="13"/>
          </p:nvPr>
        </p:nvSpPr>
        <p:spPr>
          <a:xfrm>
            <a:off x="5444617" y="2997454"/>
            <a:ext cx="4540250" cy="2489200"/>
          </a:xfrm>
          <a:prstGeom prst="rect">
            <a:avLst/>
          </a:prstGeom>
        </p:spPr>
        <p:txBody>
          <a:bodyPr lIns="0" tIns="0" rIns="0" bIns="0"/>
          <a:lstStyle>
            <a:lvl1pPr>
              <a:spcBef>
                <a:spcPts val="0"/>
              </a:spcBef>
              <a:spcAft>
                <a:spcPts val="600"/>
              </a:spcAft>
              <a:defRPr sz="1500"/>
            </a:lvl1pPr>
            <a:lvl2pPr>
              <a:spcBef>
                <a:spcPts val="0"/>
              </a:spcBef>
              <a:spcAft>
                <a:spcPts val="600"/>
              </a:spcAft>
              <a:defRPr sz="1500"/>
            </a:lvl2pPr>
            <a:lvl3pPr>
              <a:spcBef>
                <a:spcPts val="0"/>
              </a:spcBef>
              <a:spcAft>
                <a:spcPts val="600"/>
              </a:spcAft>
              <a:defRPr sz="1500"/>
            </a:lvl3pPr>
            <a:lvl4pPr>
              <a:spcBef>
                <a:spcPts val="0"/>
              </a:spcBef>
              <a:spcAft>
                <a:spcPts val="600"/>
              </a:spcAft>
              <a:defRPr sz="1500"/>
            </a:lvl4pPr>
            <a:lvl5pPr>
              <a:spcBef>
                <a:spcPts val="0"/>
              </a:spcBef>
              <a:spcAft>
                <a:spcPts val="600"/>
              </a:spcAft>
              <a:defRPr sz="1500"/>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13" name="Espaço Reservado para Texto 10">
            <a:extLst>
              <a:ext uri="{FF2B5EF4-FFF2-40B4-BE49-F238E27FC236}">
                <a16:creationId xmlns:a16="http://schemas.microsoft.com/office/drawing/2014/main" id="{52FD4A37-C8AD-9447-ACB9-391DF130E226}"/>
              </a:ext>
            </a:extLst>
          </p:cNvPr>
          <p:cNvSpPr>
            <a:spLocks noGrp="1"/>
          </p:cNvSpPr>
          <p:nvPr>
            <p:ph type="body" sz="quarter" idx="14" hasCustomPrompt="1"/>
          </p:nvPr>
        </p:nvSpPr>
        <p:spPr>
          <a:xfrm>
            <a:off x="7889357" y="6198782"/>
            <a:ext cx="3939105" cy="574158"/>
          </a:xfrm>
          <a:prstGeom prst="rect">
            <a:avLst/>
          </a:prstGeom>
        </p:spPr>
        <p:txBody>
          <a:bodyPr lIns="0" tIns="0" rIns="0" bIns="0" anchor="ctr" anchorCtr="0"/>
          <a:lstStyle>
            <a:lvl1pPr algn="r">
              <a:spcBef>
                <a:spcPts val="0"/>
              </a:spcBef>
              <a:spcAft>
                <a:spcPts val="300"/>
              </a:spcAft>
              <a:defRPr sz="800" b="0" i="1">
                <a:latin typeface="Kantar Brown Light" panose="020B0404020101010102" pitchFamily="34" charset="77"/>
                <a:cs typeface="Kantar Brown Light" panose="020B0404020101010102" pitchFamily="34" charset="77"/>
              </a:defRPr>
            </a:lvl1pPr>
          </a:lstStyle>
          <a:p>
            <a:pPr lvl="0"/>
            <a:r>
              <a:rPr lang="pt-BR"/>
              <a:t>Nota</a:t>
            </a:r>
          </a:p>
        </p:txBody>
      </p:sp>
    </p:spTree>
    <p:extLst>
      <p:ext uri="{BB962C8B-B14F-4D97-AF65-F5344CB8AC3E}">
        <p14:creationId xmlns:p14="http://schemas.microsoft.com/office/powerpoint/2010/main" val="340520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1 (White)">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1914" y="549482"/>
            <a:ext cx="4105060" cy="307166"/>
          </a:xfrm>
          <a:prstGeom prst="rect">
            <a:avLst/>
          </a:prstGeom>
        </p:spPr>
      </p:pic>
      <p:sp>
        <p:nvSpPr>
          <p:cNvPr id="2" name="Title 1"/>
          <p:cNvSpPr>
            <a:spLocks noGrp="1"/>
          </p:cNvSpPr>
          <p:nvPr>
            <p:ph type="ctrTitle"/>
          </p:nvPr>
        </p:nvSpPr>
        <p:spPr>
          <a:xfrm>
            <a:off x="7162799" y="1138238"/>
            <a:ext cx="4665663" cy="1787237"/>
          </a:xfrm>
          <a:prstGeom prst="rect">
            <a:avLst/>
          </a:prstGeom>
        </p:spPr>
        <p:txBody>
          <a:bodyPr anchor="b">
            <a:noAutofit/>
          </a:bodyPr>
          <a:lstStyle>
            <a:lvl1pPr algn="l">
              <a:defRPr sz="2400" b="1">
                <a:solidFill>
                  <a:schemeClr val="tx1"/>
                </a:solidFill>
              </a:defRPr>
            </a:lvl1pPr>
          </a:lstStyle>
          <a:p>
            <a:r>
              <a:rPr lang="pt-BR"/>
              <a:t>Clique para editar o título mestre</a:t>
            </a:r>
            <a:endParaRPr lang="en-GB"/>
          </a:p>
        </p:txBody>
      </p:sp>
      <p:sp>
        <p:nvSpPr>
          <p:cNvPr id="3" name="Subtitle 2"/>
          <p:cNvSpPr>
            <a:spLocks noGrp="1"/>
          </p:cNvSpPr>
          <p:nvPr>
            <p:ph type="subTitle" idx="1"/>
          </p:nvPr>
        </p:nvSpPr>
        <p:spPr>
          <a:xfrm>
            <a:off x="7162799" y="3146902"/>
            <a:ext cx="4665663" cy="1882298"/>
          </a:xfrm>
          <a:prstGeom prst="rect">
            <a:avLst/>
          </a:prstGeom>
        </p:spPr>
        <p:txBody>
          <a:bodyPr anchor="t">
            <a:noAutofit/>
          </a:bodyPr>
          <a:lstStyle>
            <a:lvl1pPr marL="0" indent="0" algn="l">
              <a:spcBef>
                <a:spcPts val="600"/>
              </a:spcBef>
              <a:buNone/>
              <a:defRPr sz="22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spTree>
    <p:extLst>
      <p:ext uri="{BB962C8B-B14F-4D97-AF65-F5344CB8AC3E}">
        <p14:creationId xmlns:p14="http://schemas.microsoft.com/office/powerpoint/2010/main" val="97763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le Slide 1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60000" y="3846097"/>
            <a:ext cx="11466875" cy="1143000"/>
          </a:xfrm>
          <a:prstGeom prst="rect">
            <a:avLst/>
          </a:prstGeom>
        </p:spPr>
        <p:txBody>
          <a:bodyPr anchor="b">
            <a:noAutofit/>
          </a:bodyPr>
          <a:lstStyle>
            <a:lvl1pPr algn="l">
              <a:defRPr sz="2400" b="1">
                <a:solidFill>
                  <a:schemeClr val="tx1"/>
                </a:solidFill>
              </a:defRPr>
            </a:lvl1pPr>
          </a:lstStyle>
          <a:p>
            <a:r>
              <a:rPr lang="pt-BR"/>
              <a:t>Clique para editar o título mestre</a:t>
            </a:r>
            <a:endParaRPr lang="en-GB"/>
          </a:p>
        </p:txBody>
      </p:sp>
      <p:sp>
        <p:nvSpPr>
          <p:cNvPr id="3" name="Subtitle 2"/>
          <p:cNvSpPr>
            <a:spLocks noGrp="1"/>
          </p:cNvSpPr>
          <p:nvPr>
            <p:ph type="subTitle" idx="1"/>
          </p:nvPr>
        </p:nvSpPr>
        <p:spPr>
          <a:xfrm>
            <a:off x="360000" y="4989097"/>
            <a:ext cx="11466875" cy="1125748"/>
          </a:xfrm>
          <a:prstGeom prst="rect">
            <a:avLst/>
          </a:prstGeom>
        </p:spPr>
        <p:txBody>
          <a:bodyPr anchor="t">
            <a:noAutofit/>
          </a:bodyPr>
          <a:lstStyle>
            <a:lvl1pPr marL="0" indent="0" algn="l">
              <a:spcBef>
                <a:spcPts val="200"/>
              </a:spcBef>
              <a:buNone/>
              <a:defRPr sz="22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71914" y="549482"/>
            <a:ext cx="4105060" cy="307166"/>
          </a:xfrm>
          <a:prstGeom prst="rect">
            <a:avLst/>
          </a:prstGeom>
        </p:spPr>
      </p:pic>
    </p:spTree>
    <p:extLst>
      <p:ext uri="{BB962C8B-B14F-4D97-AF65-F5344CB8AC3E}">
        <p14:creationId xmlns:p14="http://schemas.microsoft.com/office/powerpoint/2010/main" val="224077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2" y="1708149"/>
            <a:ext cx="11466511" cy="4018119"/>
          </a:xfrm>
          <a:prstGeom prst="rect">
            <a:avLst/>
          </a:prstGeom>
        </p:spPr>
        <p:txBody>
          <a:bodyPr>
            <a:noAutofit/>
          </a:bodyPr>
          <a:lstStyle>
            <a:lvl1pPr>
              <a:defRPr sz="140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0" name="Text Placeholder 17"/>
          <p:cNvSpPr>
            <a:spLocks noGrp="1"/>
          </p:cNvSpPr>
          <p:nvPr>
            <p:ph type="body" sz="quarter" idx="15"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11"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p>
            <a:r>
              <a:rPr lang="pt-BR"/>
              <a:t>Clique para editar o título mestre</a:t>
            </a:r>
            <a:endParaRPr lang="en-GB"/>
          </a:p>
        </p:txBody>
      </p:sp>
      <p:sp>
        <p:nvSpPr>
          <p:cNvPr id="14" name="Text Placeholder 2"/>
          <p:cNvSpPr>
            <a:spLocks noGrp="1"/>
          </p:cNvSpPr>
          <p:nvPr>
            <p:ph type="body" sz="quarter" idx="16"/>
          </p:nvPr>
        </p:nvSpPr>
        <p:spPr>
          <a:xfrm>
            <a:off x="357188" y="909635"/>
            <a:ext cx="11477331" cy="396875"/>
          </a:xfrm>
          <a:prstGeom prst="rect">
            <a:avLst/>
          </a:prstGeom>
        </p:spPr>
        <p:txBody>
          <a:bodyPr/>
          <a:lstStyle>
            <a:lvl1pPr>
              <a:defRPr sz="1800"/>
            </a:lvl1pPr>
          </a:lstStyle>
          <a:p>
            <a:pPr lvl="0"/>
            <a:r>
              <a:rPr lang="pt-BR"/>
              <a:t>Clique para editar o texto mestre</a:t>
            </a:r>
          </a:p>
        </p:txBody>
      </p:sp>
      <p:sp>
        <p:nvSpPr>
          <p:cNvPr id="15"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2634696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2 x Content (3)">
    <p:spTree>
      <p:nvGrpSpPr>
        <p:cNvPr id="1" name=""/>
        <p:cNvGrpSpPr/>
        <p:nvPr/>
      </p:nvGrpSpPr>
      <p:grpSpPr>
        <a:xfrm>
          <a:off x="0" y="0"/>
          <a:ext cx="0" cy="0"/>
          <a:chOff x="0" y="0"/>
          <a:chExt cx="0" cy="0"/>
        </a:xfrm>
      </p:grpSpPr>
      <p:sp>
        <p:nvSpPr>
          <p:cNvPr id="8" name="Content Placeholder 2"/>
          <p:cNvSpPr>
            <a:spLocks noGrp="1"/>
          </p:cNvSpPr>
          <p:nvPr>
            <p:ph idx="1"/>
          </p:nvPr>
        </p:nvSpPr>
        <p:spPr>
          <a:xfrm>
            <a:off x="360000" y="1708150"/>
            <a:ext cx="56268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0" name="Content Placeholder 35"/>
          <p:cNvSpPr>
            <a:spLocks noGrp="1"/>
          </p:cNvSpPr>
          <p:nvPr>
            <p:ph sz="quarter" idx="14"/>
          </p:nvPr>
        </p:nvSpPr>
        <p:spPr>
          <a:xfrm>
            <a:off x="6191574" y="1708150"/>
            <a:ext cx="5628408" cy="4003676"/>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1"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p>
            <a:r>
              <a:rPr lang="pt-BR"/>
              <a:t>Clique para editar o título mestre</a:t>
            </a:r>
            <a:endParaRPr lang="en-GB"/>
          </a:p>
        </p:txBody>
      </p:sp>
      <p:sp>
        <p:nvSpPr>
          <p:cNvPr id="14" name="Text Placeholder 2"/>
          <p:cNvSpPr>
            <a:spLocks noGrp="1"/>
          </p:cNvSpPr>
          <p:nvPr>
            <p:ph type="body" sz="quarter" idx="16"/>
          </p:nvPr>
        </p:nvSpPr>
        <p:spPr>
          <a:xfrm>
            <a:off x="357188" y="909635"/>
            <a:ext cx="11477331" cy="396875"/>
          </a:xfrm>
          <a:prstGeom prst="rect">
            <a:avLst/>
          </a:prstGeom>
        </p:spPr>
        <p:txBody>
          <a:bodyPr/>
          <a:lstStyle>
            <a:lvl1pPr>
              <a:defRPr sz="1800"/>
            </a:lvl1pPr>
          </a:lstStyle>
          <a:p>
            <a:pPr lvl="0"/>
            <a:r>
              <a:rPr lang="pt-BR"/>
              <a:t>Clique para editar o texto mestre</a:t>
            </a:r>
          </a:p>
        </p:txBody>
      </p:sp>
      <p:sp>
        <p:nvSpPr>
          <p:cNvPr id="15" name="Text Placeholder 17"/>
          <p:cNvSpPr>
            <a:spLocks noGrp="1"/>
          </p:cNvSpPr>
          <p:nvPr>
            <p:ph type="body" sz="quarter" idx="15"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16"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3777586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3 x Content (7)">
    <p:spTree>
      <p:nvGrpSpPr>
        <p:cNvPr id="1" name=""/>
        <p:cNvGrpSpPr/>
        <p:nvPr/>
      </p:nvGrpSpPr>
      <p:grpSpPr>
        <a:xfrm>
          <a:off x="0" y="0"/>
          <a:ext cx="0" cy="0"/>
          <a:chOff x="0" y="0"/>
          <a:chExt cx="0" cy="0"/>
        </a:xfrm>
      </p:grpSpPr>
      <p:sp>
        <p:nvSpPr>
          <p:cNvPr id="9" name="Content Placeholder 2"/>
          <p:cNvSpPr>
            <a:spLocks noGrp="1"/>
          </p:cNvSpPr>
          <p:nvPr>
            <p:ph idx="1"/>
          </p:nvPr>
        </p:nvSpPr>
        <p:spPr>
          <a:xfrm>
            <a:off x="359998" y="1708150"/>
            <a:ext cx="36792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0" name="Content Placeholder 2"/>
          <p:cNvSpPr>
            <a:spLocks noGrp="1"/>
          </p:cNvSpPr>
          <p:nvPr>
            <p:ph idx="14"/>
          </p:nvPr>
        </p:nvSpPr>
        <p:spPr>
          <a:xfrm>
            <a:off x="4251325" y="1708150"/>
            <a:ext cx="36792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1" name="Content Placeholder 2"/>
          <p:cNvSpPr>
            <a:spLocks noGrp="1"/>
          </p:cNvSpPr>
          <p:nvPr>
            <p:ph idx="15"/>
          </p:nvPr>
        </p:nvSpPr>
        <p:spPr>
          <a:xfrm>
            <a:off x="8142653" y="1708150"/>
            <a:ext cx="3677328"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6"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p>
            <a:r>
              <a:rPr lang="pt-BR"/>
              <a:t>Clique para editar o título mestre</a:t>
            </a:r>
            <a:endParaRPr lang="en-GB"/>
          </a:p>
        </p:txBody>
      </p:sp>
      <p:sp>
        <p:nvSpPr>
          <p:cNvPr id="17" name="Text Placeholder 2"/>
          <p:cNvSpPr>
            <a:spLocks noGrp="1"/>
          </p:cNvSpPr>
          <p:nvPr>
            <p:ph type="body" sz="quarter" idx="17"/>
          </p:nvPr>
        </p:nvSpPr>
        <p:spPr>
          <a:xfrm>
            <a:off x="357188" y="909635"/>
            <a:ext cx="11477331" cy="396875"/>
          </a:xfrm>
          <a:prstGeom prst="rect">
            <a:avLst/>
          </a:prstGeom>
        </p:spPr>
        <p:txBody>
          <a:bodyPr/>
          <a:lstStyle>
            <a:lvl1pPr>
              <a:defRPr sz="1800"/>
            </a:lvl1pPr>
          </a:lstStyle>
          <a:p>
            <a:pPr lvl="0"/>
            <a:r>
              <a:rPr lang="pt-BR"/>
              <a:t>Clique para editar o texto mestre</a:t>
            </a:r>
          </a:p>
        </p:txBody>
      </p:sp>
      <p:sp>
        <p:nvSpPr>
          <p:cNvPr id="18" name="Text Placeholder 17"/>
          <p:cNvSpPr>
            <a:spLocks noGrp="1"/>
          </p:cNvSpPr>
          <p:nvPr>
            <p:ph type="body" sz="quarter" idx="18"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19"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3807105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4 x Content">
    <p:spTree>
      <p:nvGrpSpPr>
        <p:cNvPr id="1" name=""/>
        <p:cNvGrpSpPr/>
        <p:nvPr/>
      </p:nvGrpSpPr>
      <p:grpSpPr>
        <a:xfrm>
          <a:off x="0" y="0"/>
          <a:ext cx="0" cy="0"/>
          <a:chOff x="0" y="0"/>
          <a:chExt cx="0" cy="0"/>
        </a:xfrm>
      </p:grpSpPr>
      <p:sp>
        <p:nvSpPr>
          <p:cNvPr id="10" name="Content Placeholder 2"/>
          <p:cNvSpPr>
            <a:spLocks noGrp="1"/>
          </p:cNvSpPr>
          <p:nvPr>
            <p:ph idx="1"/>
          </p:nvPr>
        </p:nvSpPr>
        <p:spPr>
          <a:xfrm>
            <a:off x="359998" y="1708150"/>
            <a:ext cx="27144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1" name="Content Placeholder 2"/>
          <p:cNvSpPr>
            <a:spLocks noGrp="1"/>
          </p:cNvSpPr>
          <p:nvPr>
            <p:ph idx="14"/>
          </p:nvPr>
        </p:nvSpPr>
        <p:spPr>
          <a:xfrm>
            <a:off x="3279775" y="1708150"/>
            <a:ext cx="27144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3" name="Content Placeholder 2"/>
          <p:cNvSpPr>
            <a:spLocks noGrp="1"/>
          </p:cNvSpPr>
          <p:nvPr>
            <p:ph idx="15"/>
          </p:nvPr>
        </p:nvSpPr>
        <p:spPr>
          <a:xfrm>
            <a:off x="6199553" y="1708150"/>
            <a:ext cx="27144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8" name="Content Placeholder 2"/>
          <p:cNvSpPr>
            <a:spLocks noGrp="1"/>
          </p:cNvSpPr>
          <p:nvPr>
            <p:ph idx="16"/>
          </p:nvPr>
        </p:nvSpPr>
        <p:spPr>
          <a:xfrm>
            <a:off x="9105580" y="1708150"/>
            <a:ext cx="2714400" cy="4003675"/>
          </a:xfrm>
          <a:prstGeom prst="rect">
            <a:avLst/>
          </a:prstGeom>
        </p:spPr>
        <p:txBody>
          <a:bodyPr>
            <a:noAutofit/>
          </a:bodyPr>
          <a:lstStyle>
            <a:lvl1pPr>
              <a:defRPr sz="1400" b="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GB"/>
          </a:p>
        </p:txBody>
      </p:sp>
      <p:sp>
        <p:nvSpPr>
          <p:cNvPr id="19"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p>
            <a:r>
              <a:rPr lang="pt-BR"/>
              <a:t>Clique para editar o título mestre</a:t>
            </a:r>
            <a:endParaRPr lang="en-GB"/>
          </a:p>
        </p:txBody>
      </p:sp>
      <p:sp>
        <p:nvSpPr>
          <p:cNvPr id="20" name="Text Placeholder 2"/>
          <p:cNvSpPr>
            <a:spLocks noGrp="1"/>
          </p:cNvSpPr>
          <p:nvPr>
            <p:ph type="body" sz="quarter" idx="18"/>
          </p:nvPr>
        </p:nvSpPr>
        <p:spPr>
          <a:xfrm>
            <a:off x="357188" y="909635"/>
            <a:ext cx="11477331" cy="396875"/>
          </a:xfrm>
          <a:prstGeom prst="rect">
            <a:avLst/>
          </a:prstGeom>
        </p:spPr>
        <p:txBody>
          <a:bodyPr/>
          <a:lstStyle>
            <a:lvl1pPr>
              <a:defRPr sz="1800"/>
            </a:lvl1pPr>
          </a:lstStyle>
          <a:p>
            <a:pPr lvl="0"/>
            <a:r>
              <a:rPr lang="pt-BR"/>
              <a:t>Clique para editar o texto mestre</a:t>
            </a:r>
          </a:p>
        </p:txBody>
      </p:sp>
      <p:sp>
        <p:nvSpPr>
          <p:cNvPr id="21" name="Text Placeholder 17"/>
          <p:cNvSpPr>
            <a:spLocks noGrp="1"/>
          </p:cNvSpPr>
          <p:nvPr>
            <p:ph type="body" sz="quarter" idx="19"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22"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1044496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359999" y="430717"/>
            <a:ext cx="11466875" cy="404119"/>
          </a:xfrm>
          <a:prstGeom prst="rect">
            <a:avLst/>
          </a:prstGeom>
        </p:spPr>
        <p:txBody>
          <a:bodyPr vert="horz" lIns="0" tIns="0" rIns="0" bIns="0" rtlCol="0" anchor="t">
            <a:noAutofit/>
          </a:bodyPr>
          <a:lstStyle/>
          <a:p>
            <a:r>
              <a:rPr lang="pt-BR"/>
              <a:t>Clique para editar o título mestre</a:t>
            </a:r>
            <a:endParaRPr lang="en-GB"/>
          </a:p>
        </p:txBody>
      </p:sp>
      <p:sp>
        <p:nvSpPr>
          <p:cNvPr id="8" name="Text Placeholder 2"/>
          <p:cNvSpPr>
            <a:spLocks noGrp="1"/>
          </p:cNvSpPr>
          <p:nvPr>
            <p:ph type="body" sz="quarter" idx="16"/>
          </p:nvPr>
        </p:nvSpPr>
        <p:spPr>
          <a:xfrm>
            <a:off x="357188" y="909635"/>
            <a:ext cx="11477331" cy="396875"/>
          </a:xfrm>
          <a:prstGeom prst="rect">
            <a:avLst/>
          </a:prstGeom>
        </p:spPr>
        <p:txBody>
          <a:bodyPr/>
          <a:lstStyle>
            <a:lvl1pPr>
              <a:defRPr sz="1800"/>
            </a:lvl1pPr>
          </a:lstStyle>
          <a:p>
            <a:pPr lvl="0"/>
            <a:r>
              <a:rPr lang="pt-BR"/>
              <a:t>Clique para editar o texto mestre</a:t>
            </a:r>
          </a:p>
        </p:txBody>
      </p:sp>
      <p:sp>
        <p:nvSpPr>
          <p:cNvPr id="10" name="Text Placeholder 17"/>
          <p:cNvSpPr>
            <a:spLocks noGrp="1"/>
          </p:cNvSpPr>
          <p:nvPr>
            <p:ph type="body" sz="quarter" idx="15"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11"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2643724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30208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ection Header - Grape">
    <p:bg>
      <p:bgPr>
        <a:solidFill>
          <a:schemeClr val="accent1"/>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304542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Section Header - Jade">
    <p:bg>
      <p:bgPr>
        <a:solidFill>
          <a:schemeClr val="accent5"/>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401369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Section Header - Amethyst">
    <p:bg>
      <p:bgPr>
        <a:solidFill>
          <a:schemeClr val="accent6"/>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159181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Section Header - Spring Green">
    <p:bg>
      <p:bgPr>
        <a:solidFill>
          <a:srgbClr val="B8DC00"/>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218318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ection Header - Crimson">
    <p:bg>
      <p:bgPr>
        <a:solidFill>
          <a:schemeClr val="accent3"/>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2556410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Section Header - Sunset Orange">
    <p:bg>
      <p:bgPr>
        <a:solidFill>
          <a:srgbClr val="FF8C00"/>
        </a:solidFill>
        <a:effectLst/>
      </p:bgPr>
    </p:bg>
    <p:spTree>
      <p:nvGrpSpPr>
        <p:cNvPr id="1" name=""/>
        <p:cNvGrpSpPr/>
        <p:nvPr/>
      </p:nvGrpSpPr>
      <p:grpSpPr>
        <a:xfrm>
          <a:off x="0" y="0"/>
          <a:ext cx="0" cy="0"/>
          <a:chOff x="0" y="0"/>
          <a:chExt cx="0" cy="0"/>
        </a:xfrm>
      </p:grpSpPr>
      <p:sp>
        <p:nvSpPr>
          <p:cNvPr id="4"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12891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bg>
      <p:bgPr>
        <a:solidFill>
          <a:srgbClr val="000000"/>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5"/>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pt-BR"/>
              <a:t>Clique para editar o texto mestre</a:t>
            </a:r>
          </a:p>
          <a:p>
            <a:pPr lvl="1"/>
            <a:r>
              <a:rPr lang="pt-BR"/>
              <a:t>Segundo nível</a:t>
            </a:r>
          </a:p>
        </p:txBody>
      </p:sp>
      <p:sp>
        <p:nvSpPr>
          <p:cNvPr id="7" name="Text Placeholder 2"/>
          <p:cNvSpPr>
            <a:spLocks noGrp="1"/>
          </p:cNvSpPr>
          <p:nvPr>
            <p:ph type="body" sz="quarter" idx="16" hasCustomPrompt="1"/>
          </p:nvPr>
        </p:nvSpPr>
        <p:spPr>
          <a:xfrm>
            <a:off x="360363" y="2564672"/>
            <a:ext cx="976312"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
        <p:nvSpPr>
          <p:cNvPr id="9"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bg1"/>
                </a:solidFill>
              </a:defRPr>
            </a:lvl1pPr>
          </a:lstStyle>
          <a:p>
            <a:fld id="{4034BEE3-566C-4068-A777-C3A4762E861B}" type="slidenum">
              <a:rPr lang="en-GB" smtClean="0"/>
              <a:pPr/>
              <a:t>‹nº›</a:t>
            </a:fld>
            <a:endParaRPr lang="en-GB"/>
          </a:p>
        </p:txBody>
      </p:sp>
      <p:sp>
        <p:nvSpPr>
          <p:cNvPr id="10" name="Text Placeholder 17"/>
          <p:cNvSpPr>
            <a:spLocks noGrp="1"/>
          </p:cNvSpPr>
          <p:nvPr>
            <p:ph type="body" sz="quarter" idx="17" hasCustomPrompt="1"/>
          </p:nvPr>
        </p:nvSpPr>
        <p:spPr>
          <a:xfrm>
            <a:off x="354012" y="6399213"/>
            <a:ext cx="5741987" cy="182562"/>
          </a:xfrm>
          <a:prstGeom prst="rect">
            <a:avLst/>
          </a:prstGeom>
        </p:spPr>
        <p:txBody>
          <a:bodyPr anchor="ctr">
            <a:noAutofit/>
          </a:bodyPr>
          <a:lstStyle>
            <a:lvl1pPr>
              <a:defRPr sz="800">
                <a:solidFill>
                  <a:schemeClr val="bg1"/>
                </a:solidFill>
              </a:defRPr>
            </a:lvl1pPr>
          </a:lstStyle>
          <a:p>
            <a:pPr lvl="0"/>
            <a:r>
              <a:rPr lang="en-US"/>
              <a:t>Click to add footer text</a:t>
            </a:r>
          </a:p>
        </p:txBody>
      </p:sp>
    </p:spTree>
    <p:extLst>
      <p:ext uri="{BB962C8B-B14F-4D97-AF65-F5344CB8AC3E}">
        <p14:creationId xmlns:p14="http://schemas.microsoft.com/office/powerpoint/2010/main" val="22310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360362" y="2984855"/>
            <a:ext cx="11466511" cy="1585557"/>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pt-BR"/>
              <a:t>Clique para editar o texto mestre</a:t>
            </a:r>
          </a:p>
          <a:p>
            <a:pPr lvl="1"/>
            <a:r>
              <a:rPr lang="pt-BR"/>
              <a:t>Segundo nível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en-US"/>
              <a:t>No.</a:t>
            </a:r>
          </a:p>
        </p:txBody>
      </p:sp>
      <p:sp>
        <p:nvSpPr>
          <p:cNvPr id="7"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
        <p:nvSpPr>
          <p:cNvPr id="9" name="Text Placeholder 17"/>
          <p:cNvSpPr>
            <a:spLocks noGrp="1"/>
          </p:cNvSpPr>
          <p:nvPr>
            <p:ph type="body" sz="quarter" idx="17" hasCustomPrompt="1"/>
          </p:nvPr>
        </p:nvSpPr>
        <p:spPr>
          <a:xfrm>
            <a:off x="354012" y="6399213"/>
            <a:ext cx="5741987" cy="182562"/>
          </a:xfrm>
          <a:prstGeom prst="rect">
            <a:avLst/>
          </a:prstGeom>
        </p:spPr>
        <p:txBody>
          <a:bodyPr anchor="ctr">
            <a:noAutofit/>
          </a:bodyPr>
          <a:lstStyle>
            <a:lvl1pPr>
              <a:defRPr sz="800">
                <a:solidFill>
                  <a:schemeClr val="tx1"/>
                </a:solidFill>
              </a:defRPr>
            </a:lvl1pPr>
          </a:lstStyle>
          <a:p>
            <a:pPr lvl="0"/>
            <a:r>
              <a:rPr lang="en-US"/>
              <a:t>Click to add footer text</a:t>
            </a:r>
          </a:p>
        </p:txBody>
      </p:sp>
    </p:spTree>
    <p:extLst>
      <p:ext uri="{BB962C8B-B14F-4D97-AF65-F5344CB8AC3E}">
        <p14:creationId xmlns:p14="http://schemas.microsoft.com/office/powerpoint/2010/main" val="374533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Black)">
    <p:bg>
      <p:bgPr>
        <a:solidFill>
          <a:srgbClr val="000000"/>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7162800" y="1137600"/>
            <a:ext cx="4666800" cy="1789200"/>
          </a:xfrm>
          <a:prstGeom prst="rect">
            <a:avLst/>
          </a:prstGeom>
        </p:spPr>
        <p:txBody>
          <a:bodyPr anchor="b">
            <a:noAutofit/>
          </a:bodyPr>
          <a:lstStyle>
            <a:lvl1pPr algn="l">
              <a:defRPr sz="2400" b="1">
                <a:solidFill>
                  <a:schemeClr val="bg1"/>
                </a:solidFill>
              </a:defRPr>
            </a:lvl1pPr>
          </a:lstStyle>
          <a:p>
            <a:r>
              <a:rPr lang="pt-BR"/>
              <a:t>Clique para editar o título mestre</a:t>
            </a:r>
            <a:endParaRPr lang="en-GB"/>
          </a:p>
        </p:txBody>
      </p:sp>
      <p:sp>
        <p:nvSpPr>
          <p:cNvPr id="8" name="Subtitle 2"/>
          <p:cNvSpPr>
            <a:spLocks noGrp="1"/>
          </p:cNvSpPr>
          <p:nvPr>
            <p:ph type="subTitle" idx="1"/>
          </p:nvPr>
        </p:nvSpPr>
        <p:spPr>
          <a:xfrm>
            <a:off x="7162800" y="3146400"/>
            <a:ext cx="4666800" cy="1882800"/>
          </a:xfrm>
          <a:prstGeom prst="rect">
            <a:avLst/>
          </a:prstGeom>
        </p:spPr>
        <p:txBody>
          <a:bodyPr anchor="t">
            <a:noAutofit/>
          </a:bodyPr>
          <a:lstStyle>
            <a:lvl1pPr marL="0" indent="0" algn="l">
              <a:spcBef>
                <a:spcPts val="600"/>
              </a:spcBef>
              <a:buNone/>
              <a:defRPr sz="22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3822" y="556955"/>
            <a:ext cx="4130127" cy="306000"/>
          </a:xfrm>
          <a:prstGeom prst="rect">
            <a:avLst/>
          </a:prstGeom>
        </p:spPr>
      </p:pic>
    </p:spTree>
    <p:extLst>
      <p:ext uri="{BB962C8B-B14F-4D97-AF65-F5344CB8AC3E}">
        <p14:creationId xmlns:p14="http://schemas.microsoft.com/office/powerpoint/2010/main" val="177331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Title Slide (Black)">
    <p:bg>
      <p:bgPr>
        <a:solidFill>
          <a:srgbClr val="000000"/>
        </a:solidFill>
        <a:effectLst/>
      </p:bgPr>
    </p:bg>
    <p:spTree>
      <p:nvGrpSpPr>
        <p:cNvPr id="1" name=""/>
        <p:cNvGrpSpPr/>
        <p:nvPr/>
      </p:nvGrpSpPr>
      <p:grpSpPr>
        <a:xfrm>
          <a:off x="0" y="0"/>
          <a:ext cx="0" cy="0"/>
          <a:chOff x="0" y="0"/>
          <a:chExt cx="0" cy="0"/>
        </a:xfrm>
      </p:grpSpPr>
      <p:sp>
        <p:nvSpPr>
          <p:cNvPr id="8" name="Title 1"/>
          <p:cNvSpPr>
            <a:spLocks noGrp="1"/>
          </p:cNvSpPr>
          <p:nvPr>
            <p:ph type="ctrTitle"/>
          </p:nvPr>
        </p:nvSpPr>
        <p:spPr>
          <a:xfrm>
            <a:off x="360000" y="3846097"/>
            <a:ext cx="11466875" cy="1143000"/>
          </a:xfrm>
          <a:prstGeom prst="rect">
            <a:avLst/>
          </a:prstGeom>
        </p:spPr>
        <p:txBody>
          <a:bodyPr anchor="b">
            <a:noAutofit/>
          </a:bodyPr>
          <a:lstStyle>
            <a:lvl1pPr algn="l">
              <a:defRPr sz="2400" b="1">
                <a:solidFill>
                  <a:schemeClr val="bg1"/>
                </a:solidFill>
              </a:defRPr>
            </a:lvl1pPr>
          </a:lstStyle>
          <a:p>
            <a:r>
              <a:rPr lang="pt-BR"/>
              <a:t>Clique para editar o título mestre</a:t>
            </a:r>
            <a:endParaRPr lang="en-GB"/>
          </a:p>
        </p:txBody>
      </p:sp>
      <p:sp>
        <p:nvSpPr>
          <p:cNvPr id="9" name="Subtitle 2"/>
          <p:cNvSpPr>
            <a:spLocks noGrp="1"/>
          </p:cNvSpPr>
          <p:nvPr>
            <p:ph type="subTitle" idx="1"/>
          </p:nvPr>
        </p:nvSpPr>
        <p:spPr>
          <a:xfrm>
            <a:off x="360000" y="4989097"/>
            <a:ext cx="11466875" cy="1125748"/>
          </a:xfrm>
          <a:prstGeom prst="rect">
            <a:avLst/>
          </a:prstGeom>
        </p:spPr>
        <p:txBody>
          <a:bodyPr anchor="t">
            <a:noAutofit/>
          </a:bodyPr>
          <a:lstStyle>
            <a:lvl1pPr marL="0" indent="0" algn="l">
              <a:spcBef>
                <a:spcPts val="20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3824" y="556953"/>
            <a:ext cx="4130127" cy="306000"/>
          </a:xfrm>
          <a:prstGeom prst="rect">
            <a:avLst/>
          </a:prstGeom>
        </p:spPr>
      </p:pic>
    </p:spTree>
    <p:extLst>
      <p:ext uri="{BB962C8B-B14F-4D97-AF65-F5344CB8AC3E}">
        <p14:creationId xmlns:p14="http://schemas.microsoft.com/office/powerpoint/2010/main" val="350039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 Slide (Grape)">
    <p:bg>
      <p:bgPr>
        <a:solidFill>
          <a:schemeClr val="accent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3827" y="557374"/>
            <a:ext cx="4130127" cy="306000"/>
          </a:xfrm>
          <a:prstGeom prst="rect">
            <a:avLst/>
          </a:prstGeom>
        </p:spPr>
      </p:pic>
      <p:sp>
        <p:nvSpPr>
          <p:cNvPr id="7" name="Title 1"/>
          <p:cNvSpPr>
            <a:spLocks noGrp="1"/>
          </p:cNvSpPr>
          <p:nvPr>
            <p:ph type="ctrTitle"/>
          </p:nvPr>
        </p:nvSpPr>
        <p:spPr>
          <a:xfrm>
            <a:off x="7162800" y="1137600"/>
            <a:ext cx="4666800" cy="1789200"/>
          </a:xfrm>
          <a:prstGeom prst="rect">
            <a:avLst/>
          </a:prstGeom>
        </p:spPr>
        <p:txBody>
          <a:bodyPr anchor="b">
            <a:noAutofit/>
          </a:bodyPr>
          <a:lstStyle>
            <a:lvl1pPr algn="l">
              <a:defRPr sz="2400" b="1">
                <a:solidFill>
                  <a:schemeClr val="bg1"/>
                </a:solidFill>
              </a:defRPr>
            </a:lvl1pPr>
          </a:lstStyle>
          <a:p>
            <a:r>
              <a:rPr lang="pt-BR"/>
              <a:t>Clique para editar o título mestre</a:t>
            </a:r>
            <a:endParaRPr lang="en-GB"/>
          </a:p>
        </p:txBody>
      </p:sp>
      <p:sp>
        <p:nvSpPr>
          <p:cNvPr id="8" name="Subtitle 2"/>
          <p:cNvSpPr>
            <a:spLocks noGrp="1"/>
          </p:cNvSpPr>
          <p:nvPr>
            <p:ph type="subTitle" idx="1"/>
          </p:nvPr>
        </p:nvSpPr>
        <p:spPr>
          <a:xfrm>
            <a:off x="7162800" y="3146400"/>
            <a:ext cx="4666800" cy="1882800"/>
          </a:xfrm>
          <a:prstGeom prst="rect">
            <a:avLst/>
          </a:prstGeom>
        </p:spPr>
        <p:txBody>
          <a:bodyPr anchor="t">
            <a:noAutofit/>
          </a:bodyPr>
          <a:lstStyle>
            <a:lvl1pPr marL="0" indent="0" algn="l">
              <a:spcBef>
                <a:spcPts val="600"/>
              </a:spcBef>
              <a:buNone/>
              <a:defRPr sz="22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spTree>
    <p:extLst>
      <p:ext uri="{BB962C8B-B14F-4D97-AF65-F5344CB8AC3E}">
        <p14:creationId xmlns:p14="http://schemas.microsoft.com/office/powerpoint/2010/main" val="3341195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2_Title Slide (Grape)">
    <p:bg>
      <p:bgPr>
        <a:solidFill>
          <a:schemeClr val="accent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4034BEE3-566C-4068-A777-C3A4762E861B}" type="slidenum">
              <a:rPr lang="en-GB" smtClean="0"/>
              <a:pPr/>
              <a:t>‹nº›</a:t>
            </a:fld>
            <a:endParaRPr lang="en-GB"/>
          </a:p>
        </p:txBody>
      </p:sp>
      <p:sp>
        <p:nvSpPr>
          <p:cNvPr id="7" name="Text Placeholder 17"/>
          <p:cNvSpPr>
            <a:spLocks noGrp="1"/>
          </p:cNvSpPr>
          <p:nvPr>
            <p:ph type="body" sz="quarter" idx="14" hasCustomPrompt="1"/>
          </p:nvPr>
        </p:nvSpPr>
        <p:spPr>
          <a:xfrm>
            <a:off x="359999" y="6286500"/>
            <a:ext cx="11466875" cy="264675"/>
          </a:xfrm>
          <a:prstGeom prst="rect">
            <a:avLst/>
          </a:prstGeom>
        </p:spPr>
        <p:txBody>
          <a:bodyPr anchor="b">
            <a:noAutofit/>
          </a:bodyPr>
          <a:lstStyle>
            <a:lvl1pPr>
              <a:defRPr sz="800">
                <a:solidFill>
                  <a:schemeClr val="bg1"/>
                </a:solidFill>
              </a:defRPr>
            </a:lvl1pPr>
          </a:lstStyle>
          <a:p>
            <a:pPr lvl="0"/>
            <a:r>
              <a:rPr lang="en-US"/>
              <a:t>Click to add footer text</a:t>
            </a:r>
          </a:p>
        </p:txBody>
      </p:sp>
      <p:sp>
        <p:nvSpPr>
          <p:cNvPr id="8" name="Title 1"/>
          <p:cNvSpPr>
            <a:spLocks noGrp="1"/>
          </p:cNvSpPr>
          <p:nvPr>
            <p:ph type="ctrTitle"/>
          </p:nvPr>
        </p:nvSpPr>
        <p:spPr>
          <a:xfrm>
            <a:off x="360000" y="3846097"/>
            <a:ext cx="11466875" cy="1143000"/>
          </a:xfrm>
          <a:prstGeom prst="rect">
            <a:avLst/>
          </a:prstGeom>
        </p:spPr>
        <p:txBody>
          <a:bodyPr anchor="b">
            <a:noAutofit/>
          </a:bodyPr>
          <a:lstStyle>
            <a:lvl1pPr algn="l">
              <a:defRPr sz="2400" b="1">
                <a:solidFill>
                  <a:schemeClr val="bg1"/>
                </a:solidFill>
              </a:defRPr>
            </a:lvl1pPr>
          </a:lstStyle>
          <a:p>
            <a:r>
              <a:rPr lang="pt-BR"/>
              <a:t>Clique para editar o título mestre</a:t>
            </a:r>
            <a:endParaRPr lang="en-GB"/>
          </a:p>
        </p:txBody>
      </p:sp>
      <p:sp>
        <p:nvSpPr>
          <p:cNvPr id="9" name="Subtitle 2"/>
          <p:cNvSpPr>
            <a:spLocks noGrp="1"/>
          </p:cNvSpPr>
          <p:nvPr>
            <p:ph type="subTitle" idx="1"/>
          </p:nvPr>
        </p:nvSpPr>
        <p:spPr>
          <a:xfrm>
            <a:off x="360000" y="4989097"/>
            <a:ext cx="11466875" cy="1125748"/>
          </a:xfrm>
          <a:prstGeom prst="rect">
            <a:avLst/>
          </a:prstGeom>
        </p:spPr>
        <p:txBody>
          <a:bodyPr anchor="t">
            <a:noAutofit/>
          </a:bodyPr>
          <a:lstStyle>
            <a:lvl1pPr marL="0" indent="0" algn="l">
              <a:spcBef>
                <a:spcPts val="20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GB"/>
          </a:p>
        </p:txBody>
      </p:sp>
      <p:pic>
        <p:nvPicPr>
          <p:cNvPr id="12" name="Picture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3827" y="557374"/>
            <a:ext cx="4130127" cy="306000"/>
          </a:xfrm>
          <a:prstGeom prst="rect">
            <a:avLst/>
          </a:prstGeom>
        </p:spPr>
      </p:pic>
    </p:spTree>
    <p:extLst>
      <p:ext uri="{BB962C8B-B14F-4D97-AF65-F5344CB8AC3E}">
        <p14:creationId xmlns:p14="http://schemas.microsoft.com/office/powerpoint/2010/main" val="1692241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_About Kantar Media">
    <p:bg>
      <p:bgPr>
        <a:solidFill>
          <a:schemeClr val="bg1"/>
        </a:solidFill>
        <a:effectLst/>
      </p:bgPr>
    </p:bg>
    <p:spTree>
      <p:nvGrpSpPr>
        <p:cNvPr id="1" name=""/>
        <p:cNvGrpSpPr/>
        <p:nvPr/>
      </p:nvGrpSpPr>
      <p:grpSpPr>
        <a:xfrm>
          <a:off x="0" y="0"/>
          <a:ext cx="0" cy="0"/>
          <a:chOff x="0" y="0"/>
          <a:chExt cx="0" cy="0"/>
        </a:xfrm>
      </p:grpSpPr>
      <p:sp>
        <p:nvSpPr>
          <p:cNvPr id="27" name="TextBox 26"/>
          <p:cNvSpPr txBox="1"/>
          <p:nvPr userDrawn="1"/>
        </p:nvSpPr>
        <p:spPr>
          <a:xfrm>
            <a:off x="11221456" y="6528464"/>
            <a:ext cx="902811" cy="215444"/>
          </a:xfrm>
          <a:prstGeom prst="rect">
            <a:avLst/>
          </a:prstGeom>
          <a:noFill/>
        </p:spPr>
        <p:txBody>
          <a:bodyPr wrap="none" rtlCol="0">
            <a:spAutoFit/>
          </a:bodyPr>
          <a:lstStyle/>
          <a:p>
            <a:r>
              <a:rPr lang="en-GB" sz="800"/>
              <a:t>© Kantar Media</a:t>
            </a:r>
          </a:p>
        </p:txBody>
      </p:sp>
      <p:sp>
        <p:nvSpPr>
          <p:cNvPr id="45" name="object 62"/>
          <p:cNvSpPr txBox="1"/>
          <p:nvPr userDrawn="1"/>
        </p:nvSpPr>
        <p:spPr>
          <a:xfrm>
            <a:off x="376455" y="1268019"/>
            <a:ext cx="4267200" cy="4050083"/>
          </a:xfrm>
          <a:prstGeom prst="rect">
            <a:avLst/>
          </a:prstGeom>
        </p:spPr>
        <p:txBody>
          <a:bodyPr vert="horz" wrap="square" lIns="0" tIns="0" rIns="0" bIns="0" rtlCol="0">
            <a:spAutoFit/>
          </a:bodyPr>
          <a:lstStyle/>
          <a:p>
            <a:pPr marL="8342"/>
            <a:r>
              <a:rPr lang="en-GB" sz="1067" b="1" spc="3" dirty="0" err="1">
                <a:solidFill>
                  <a:schemeClr val="tx1"/>
                </a:solidFill>
                <a:latin typeface="Arial"/>
                <a:cs typeface="Arial"/>
              </a:rPr>
              <a:t>Sobre</a:t>
            </a:r>
            <a:r>
              <a:rPr lang="en-GB" sz="1067" b="1" spc="3" baseline="0" dirty="0">
                <a:solidFill>
                  <a:schemeClr val="tx1"/>
                </a:solidFill>
                <a:latin typeface="Arial"/>
                <a:cs typeface="Arial"/>
              </a:rPr>
              <a:t> a </a:t>
            </a:r>
            <a:r>
              <a:rPr sz="1067" b="1" spc="-7" dirty="0">
                <a:solidFill>
                  <a:schemeClr val="tx1"/>
                </a:solidFill>
                <a:latin typeface="Arial"/>
                <a:cs typeface="Arial"/>
              </a:rPr>
              <a:t>K</a:t>
            </a:r>
            <a:r>
              <a:rPr sz="1067" b="1" spc="-3" dirty="0">
                <a:solidFill>
                  <a:schemeClr val="tx1"/>
                </a:solidFill>
                <a:latin typeface="Arial"/>
                <a:cs typeface="Arial"/>
              </a:rPr>
              <a:t>a</a:t>
            </a:r>
            <a:r>
              <a:rPr sz="1067" b="1" spc="-7" dirty="0">
                <a:solidFill>
                  <a:schemeClr val="tx1"/>
                </a:solidFill>
                <a:latin typeface="Arial"/>
                <a:cs typeface="Arial"/>
              </a:rPr>
              <a:t>n</a:t>
            </a:r>
            <a:r>
              <a:rPr sz="1067" b="1" spc="7" dirty="0">
                <a:solidFill>
                  <a:schemeClr val="tx1"/>
                </a:solidFill>
                <a:latin typeface="Arial"/>
                <a:cs typeface="Arial"/>
              </a:rPr>
              <a:t>t</a:t>
            </a:r>
            <a:r>
              <a:rPr sz="1067" b="1" dirty="0">
                <a:solidFill>
                  <a:schemeClr val="tx1"/>
                </a:solidFill>
                <a:latin typeface="Arial"/>
                <a:cs typeface="Arial"/>
              </a:rPr>
              <a:t>ar</a:t>
            </a:r>
            <a:r>
              <a:rPr lang="en-GB" sz="1067" b="1" dirty="0">
                <a:solidFill>
                  <a:schemeClr val="tx1"/>
                </a:solidFill>
                <a:latin typeface="Arial"/>
                <a:cs typeface="Arial"/>
              </a:rPr>
              <a:t> IBOPE</a:t>
            </a:r>
            <a:r>
              <a:rPr sz="1067" b="1" spc="-3" dirty="0">
                <a:solidFill>
                  <a:schemeClr val="tx1"/>
                </a:solidFill>
                <a:latin typeface="Arial"/>
                <a:cs typeface="Arial"/>
              </a:rPr>
              <a:t> </a:t>
            </a:r>
            <a:r>
              <a:rPr sz="1067" b="1" spc="7" dirty="0">
                <a:solidFill>
                  <a:schemeClr val="tx1"/>
                </a:solidFill>
                <a:latin typeface="Arial"/>
                <a:cs typeface="Arial"/>
              </a:rPr>
              <a:t>M</a:t>
            </a:r>
            <a:r>
              <a:rPr sz="1067" b="1" spc="-3" dirty="0">
                <a:solidFill>
                  <a:schemeClr val="tx1"/>
                </a:solidFill>
                <a:latin typeface="Arial"/>
                <a:cs typeface="Arial"/>
              </a:rPr>
              <a:t>e</a:t>
            </a:r>
            <a:r>
              <a:rPr sz="1067" b="1" spc="-7" dirty="0">
                <a:solidFill>
                  <a:schemeClr val="tx1"/>
                </a:solidFill>
                <a:latin typeface="Arial"/>
                <a:cs typeface="Arial"/>
              </a:rPr>
              <a:t>d</a:t>
            </a:r>
            <a:r>
              <a:rPr sz="1067" b="1" dirty="0">
                <a:solidFill>
                  <a:schemeClr val="tx1"/>
                </a:solidFill>
                <a:latin typeface="Arial"/>
                <a:cs typeface="Arial"/>
              </a:rPr>
              <a:t>ia</a:t>
            </a:r>
            <a:endParaRPr sz="1067" dirty="0">
              <a:solidFill>
                <a:schemeClr val="tx1"/>
              </a:solidFill>
              <a:latin typeface="Arial"/>
              <a:cs typeface="Arial"/>
            </a:endParaRPr>
          </a:p>
          <a:p>
            <a:pPr>
              <a:spcBef>
                <a:spcPts val="29"/>
              </a:spcBef>
            </a:pPr>
            <a:endParaRPr sz="1067" dirty="0">
              <a:latin typeface="Times New Roman"/>
              <a:cs typeface="Times New Roman"/>
            </a:endParaRPr>
          </a:p>
          <a:p>
            <a:r>
              <a:rPr lang="pt-BR" sz="1050" kern="1200" dirty="0">
                <a:solidFill>
                  <a:schemeClr val="tx1"/>
                </a:solidFill>
                <a:effectLst/>
                <a:latin typeface="+mn-lt"/>
                <a:ea typeface="+mn-ea"/>
                <a:cs typeface="+mn-cs"/>
              </a:rPr>
              <a:t>A Kantar IBOPE Media é a divisão latino-americana da Kantar Media, líder global em inteligência de mídia. A empresa oferece as mais abrangentes e precisas informações sobre consumo, desempenho e investimento de mídia, provendo aos clientes da América Latina dados para a melhor tomada de decisão.</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 </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Parte do grupo Kantar - braço do Grupo WPP responsável pela gestão de informação - a Kantar IBOPE Media conta com aproximadamente 3.500 colaboradores e possui operações em 15 países latino-americanos.</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 </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Acesse </a:t>
            </a:r>
            <a:r>
              <a:rPr lang="pt-BR" sz="1050" u="sng" kern="1200" dirty="0">
                <a:solidFill>
                  <a:schemeClr val="tx1"/>
                </a:solidFill>
                <a:effectLst/>
                <a:latin typeface="+mn-lt"/>
                <a:ea typeface="+mn-ea"/>
                <a:cs typeface="+mn-cs"/>
                <a:hlinkClick r:id="rId2"/>
              </a:rPr>
              <a:t>www.kantaribopemedia.com</a:t>
            </a:r>
            <a:r>
              <a:rPr lang="pt-BR" sz="1050" kern="1200" dirty="0">
                <a:solidFill>
                  <a:schemeClr val="tx1"/>
                </a:solidFill>
                <a:effectLst/>
                <a:latin typeface="+mn-lt"/>
                <a:ea typeface="+mn-ea"/>
                <a:cs typeface="+mn-cs"/>
              </a:rPr>
              <a:t>  para mais informações.</a:t>
            </a:r>
          </a:p>
          <a:p>
            <a:pPr marL="8342" algn="l" defTabSz="914400" rtl="0" eaLnBrk="1" latinLnBrk="0" hangingPunct="1"/>
            <a:endParaRPr lang="pt-BR" sz="1067" b="1" kern="1200" spc="3" baseline="0" dirty="0">
              <a:solidFill>
                <a:schemeClr val="tx1"/>
              </a:solidFill>
              <a:latin typeface="Arial"/>
              <a:ea typeface="+mn-ea"/>
              <a:cs typeface="Arial"/>
            </a:endParaRPr>
          </a:p>
          <a:p>
            <a:pPr marL="8342" algn="l" defTabSz="914400" rtl="0" eaLnBrk="1" latinLnBrk="0" hangingPunct="1"/>
            <a:r>
              <a:rPr lang="pt-BR" sz="1067" b="1" kern="1200" spc="3" baseline="0" dirty="0">
                <a:solidFill>
                  <a:schemeClr val="tx1"/>
                </a:solidFill>
                <a:latin typeface="Arial"/>
                <a:ea typeface="+mn-ea"/>
                <a:cs typeface="Arial"/>
              </a:rPr>
              <a:t>Sobre a Kantar Media</a:t>
            </a:r>
            <a:endParaRPr lang="en-GB" sz="1067" b="1" kern="1200" spc="3" baseline="0" dirty="0">
              <a:solidFill>
                <a:schemeClr val="tx1"/>
              </a:solidFill>
              <a:latin typeface="Arial"/>
              <a:ea typeface="+mn-ea"/>
              <a:cs typeface="Arial"/>
            </a:endParaRPr>
          </a:p>
          <a:p>
            <a:r>
              <a:rPr lang="pt-BR" sz="1050" kern="1200" dirty="0">
                <a:solidFill>
                  <a:schemeClr val="tx1"/>
                </a:solidFill>
                <a:effectLst/>
                <a:latin typeface="+mn-lt"/>
                <a:ea typeface="+mn-ea"/>
                <a:cs typeface="+mn-cs"/>
              </a:rPr>
              <a:t>A Kantar Media é líder global em inteligência de mídia, fornecendo aos clientes dados que precisam para tomar decisões informadas sobre todos os aspectos da medição, monitoramento e planejamento de mídia. Parte da Kantar, braço da WPP de gestão de investimentos de dados, a Kantar Media fornece informações abrangentes e precisas sobre o consumo, desempenho e investimento em mídia.</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 </a:t>
            </a:r>
            <a:endParaRPr lang="en-GB" sz="1050" kern="1200" dirty="0">
              <a:solidFill>
                <a:schemeClr val="tx1"/>
              </a:solidFill>
              <a:effectLst/>
              <a:latin typeface="+mn-lt"/>
              <a:ea typeface="+mn-ea"/>
              <a:cs typeface="+mn-cs"/>
            </a:endParaRPr>
          </a:p>
          <a:p>
            <a:r>
              <a:rPr lang="pt-BR" sz="1050" kern="1200" dirty="0">
                <a:solidFill>
                  <a:schemeClr val="tx1"/>
                </a:solidFill>
                <a:effectLst/>
                <a:latin typeface="+mn-lt"/>
                <a:ea typeface="+mn-ea"/>
                <a:cs typeface="+mn-cs"/>
              </a:rPr>
              <a:t>Para mais informações, visite o site </a:t>
            </a:r>
            <a:r>
              <a:rPr lang="pt-BR" sz="1050" u="sng" kern="1200" dirty="0">
                <a:solidFill>
                  <a:schemeClr val="tx1"/>
                </a:solidFill>
                <a:effectLst/>
                <a:latin typeface="+mn-lt"/>
                <a:ea typeface="+mn-ea"/>
                <a:cs typeface="+mn-cs"/>
                <a:hlinkClick r:id="rId3"/>
              </a:rPr>
              <a:t>www.kantarmedia.com</a:t>
            </a:r>
            <a:endParaRPr lang="en-GB" sz="1050" kern="1200" dirty="0">
              <a:solidFill>
                <a:schemeClr val="tx1"/>
              </a:solidFill>
              <a:effectLst/>
              <a:latin typeface="+mn-lt"/>
              <a:ea typeface="+mn-ea"/>
              <a:cs typeface="+mn-cs"/>
            </a:endParaRPr>
          </a:p>
          <a:p>
            <a:endParaRPr lang="en-GB" sz="1050" kern="1200" dirty="0">
              <a:solidFill>
                <a:schemeClr val="tx1"/>
              </a:solidFill>
              <a:effectLst/>
              <a:latin typeface="+mn-lt"/>
              <a:ea typeface="+mn-ea"/>
              <a:cs typeface="+mn-cs"/>
            </a:endParaRPr>
          </a:p>
        </p:txBody>
      </p:sp>
      <p:grpSp>
        <p:nvGrpSpPr>
          <p:cNvPr id="13" name="Group 12"/>
          <p:cNvGrpSpPr/>
          <p:nvPr userDrawn="1"/>
        </p:nvGrpSpPr>
        <p:grpSpPr>
          <a:xfrm>
            <a:off x="9373103" y="3839364"/>
            <a:ext cx="3124599" cy="2239614"/>
            <a:chOff x="9373103" y="3839364"/>
            <a:chExt cx="3124599" cy="2239614"/>
          </a:xfrm>
        </p:grpSpPr>
        <p:grpSp>
          <p:nvGrpSpPr>
            <p:cNvPr id="7" name="Group 6"/>
            <p:cNvGrpSpPr/>
            <p:nvPr userDrawn="1"/>
          </p:nvGrpSpPr>
          <p:grpSpPr>
            <a:xfrm>
              <a:off x="9397829" y="4562057"/>
              <a:ext cx="3099873" cy="371961"/>
              <a:chOff x="440095" y="5012840"/>
              <a:chExt cx="3099873" cy="371961"/>
            </a:xfrm>
          </p:grpSpPr>
          <p:sp>
            <p:nvSpPr>
              <p:cNvPr id="28" name="object 61"/>
              <p:cNvSpPr txBox="1"/>
              <p:nvPr userDrawn="1"/>
            </p:nvSpPr>
            <p:spPr>
              <a:xfrm>
                <a:off x="831883" y="5012840"/>
                <a:ext cx="2708085" cy="371961"/>
              </a:xfrm>
              <a:prstGeom prst="rect">
                <a:avLst/>
              </a:prstGeom>
            </p:spPr>
            <p:txBody>
              <a:bodyPr vert="horz" wrap="square" lIns="0" tIns="0" rIns="0" bIns="0" rtlCol="0">
                <a:noAutofit/>
              </a:bodyPr>
              <a:lstStyle/>
              <a:p>
                <a:pPr marL="8342" marR="3337">
                  <a:lnSpc>
                    <a:spcPct val="138900"/>
                  </a:lnSpc>
                </a:pPr>
                <a:r>
                  <a:rPr sz="1379" spc="11">
                    <a:solidFill>
                      <a:schemeClr val="tx1"/>
                    </a:solidFill>
                    <a:latin typeface="Arial"/>
                    <a:cs typeface="Arial"/>
                  </a:rPr>
                  <a:t>c</a:t>
                </a:r>
                <a:r>
                  <a:rPr sz="1379" spc="-11">
                    <a:solidFill>
                      <a:schemeClr val="tx1"/>
                    </a:solidFill>
                    <a:latin typeface="Arial"/>
                    <a:cs typeface="Arial"/>
                  </a:rPr>
                  <a:t>o</a:t>
                </a:r>
                <a:r>
                  <a:rPr sz="1379" spc="-13">
                    <a:solidFill>
                      <a:schemeClr val="tx1"/>
                    </a:solidFill>
                    <a:latin typeface="Arial"/>
                    <a:cs typeface="Arial"/>
                  </a:rPr>
                  <a:t>m</a:t>
                </a:r>
                <a:r>
                  <a:rPr sz="1379" spc="-16">
                    <a:solidFill>
                      <a:schemeClr val="tx1"/>
                    </a:solidFill>
                    <a:latin typeface="Arial"/>
                    <a:cs typeface="Arial"/>
                  </a:rPr>
                  <a:t>pa</a:t>
                </a:r>
                <a:r>
                  <a:rPr sz="1379" spc="-43">
                    <a:solidFill>
                      <a:schemeClr val="tx1"/>
                    </a:solidFill>
                    <a:latin typeface="Arial"/>
                    <a:cs typeface="Arial"/>
                  </a:rPr>
                  <a:t>n</a:t>
                </a:r>
                <a:r>
                  <a:rPr sz="1379" spc="-39">
                    <a:solidFill>
                      <a:schemeClr val="tx1"/>
                    </a:solidFill>
                    <a:latin typeface="Arial"/>
                    <a:cs typeface="Arial"/>
                  </a:rPr>
                  <a:t>y</a:t>
                </a:r>
                <a:r>
                  <a:rPr sz="1379">
                    <a:solidFill>
                      <a:schemeClr val="tx1"/>
                    </a:solidFill>
                    <a:latin typeface="Arial"/>
                    <a:cs typeface="Arial"/>
                  </a:rPr>
                  <a:t>/</a:t>
                </a:r>
                <a:r>
                  <a:rPr lang="en-GB" sz="1379" spc="-16">
                    <a:solidFill>
                      <a:schemeClr val="tx1"/>
                    </a:solidFill>
                    <a:latin typeface="Arial"/>
                    <a:cs typeface="Arial"/>
                  </a:rPr>
                  <a:t>Kantar</a:t>
                </a:r>
                <a:r>
                  <a:rPr lang="en-GB" sz="1379" spc="-16" baseline="0">
                    <a:solidFill>
                      <a:schemeClr val="tx1"/>
                    </a:solidFill>
                    <a:latin typeface="Arial"/>
                    <a:cs typeface="Arial"/>
                  </a:rPr>
                  <a:t> IBOPE</a:t>
                </a:r>
                <a:endParaRPr lang="en-GB" sz="1379">
                  <a:solidFill>
                    <a:schemeClr val="tx1"/>
                  </a:solidFill>
                  <a:latin typeface="Arial"/>
                  <a:cs typeface="Arial"/>
                </a:endParaRPr>
              </a:p>
            </p:txBody>
          </p:sp>
          <p:sp>
            <p:nvSpPr>
              <p:cNvPr id="43" name="Freeform 7"/>
              <p:cNvSpPr>
                <a:spLocks noEditPoints="1"/>
              </p:cNvSpPr>
              <p:nvPr userDrawn="1"/>
            </p:nvSpPr>
            <p:spPr bwMode="auto">
              <a:xfrm>
                <a:off x="440095" y="5059869"/>
                <a:ext cx="213703" cy="210170"/>
              </a:xfrm>
              <a:custGeom>
                <a:avLst/>
                <a:gdLst>
                  <a:gd name="T0" fmla="*/ 92 w 100"/>
                  <a:gd name="T1" fmla="*/ 0 h 100"/>
                  <a:gd name="T2" fmla="*/ 7 w 100"/>
                  <a:gd name="T3" fmla="*/ 0 h 100"/>
                  <a:gd name="T4" fmla="*/ 0 w 100"/>
                  <a:gd name="T5" fmla="*/ 7 h 100"/>
                  <a:gd name="T6" fmla="*/ 0 w 100"/>
                  <a:gd name="T7" fmla="*/ 93 h 100"/>
                  <a:gd name="T8" fmla="*/ 7 w 100"/>
                  <a:gd name="T9" fmla="*/ 100 h 100"/>
                  <a:gd name="T10" fmla="*/ 92 w 100"/>
                  <a:gd name="T11" fmla="*/ 100 h 100"/>
                  <a:gd name="T12" fmla="*/ 100 w 100"/>
                  <a:gd name="T13" fmla="*/ 93 h 100"/>
                  <a:gd name="T14" fmla="*/ 100 w 100"/>
                  <a:gd name="T15" fmla="*/ 7 h 100"/>
                  <a:gd name="T16" fmla="*/ 92 w 100"/>
                  <a:gd name="T17" fmla="*/ 0 h 100"/>
                  <a:gd name="T18" fmla="*/ 29 w 100"/>
                  <a:gd name="T19" fmla="*/ 85 h 100"/>
                  <a:gd name="T20" fmla="*/ 14 w 100"/>
                  <a:gd name="T21" fmla="*/ 85 h 100"/>
                  <a:gd name="T22" fmla="*/ 14 w 100"/>
                  <a:gd name="T23" fmla="*/ 38 h 100"/>
                  <a:gd name="T24" fmla="*/ 29 w 100"/>
                  <a:gd name="T25" fmla="*/ 38 h 100"/>
                  <a:gd name="T26" fmla="*/ 29 w 100"/>
                  <a:gd name="T27" fmla="*/ 85 h 100"/>
                  <a:gd name="T28" fmla="*/ 22 w 100"/>
                  <a:gd name="T29" fmla="*/ 31 h 100"/>
                  <a:gd name="T30" fmla="*/ 13 w 100"/>
                  <a:gd name="T31" fmla="*/ 23 h 100"/>
                  <a:gd name="T32" fmla="*/ 22 w 100"/>
                  <a:gd name="T33" fmla="*/ 14 h 100"/>
                  <a:gd name="T34" fmla="*/ 30 w 100"/>
                  <a:gd name="T35" fmla="*/ 23 h 100"/>
                  <a:gd name="T36" fmla="*/ 22 w 100"/>
                  <a:gd name="T37" fmla="*/ 31 h 100"/>
                  <a:gd name="T38" fmla="*/ 85 w 100"/>
                  <a:gd name="T39" fmla="*/ 85 h 100"/>
                  <a:gd name="T40" fmla="*/ 70 w 100"/>
                  <a:gd name="T41" fmla="*/ 85 h 100"/>
                  <a:gd name="T42" fmla="*/ 70 w 100"/>
                  <a:gd name="T43" fmla="*/ 62 h 100"/>
                  <a:gd name="T44" fmla="*/ 62 w 100"/>
                  <a:gd name="T45" fmla="*/ 50 h 100"/>
                  <a:gd name="T46" fmla="*/ 53 w 100"/>
                  <a:gd name="T47" fmla="*/ 62 h 100"/>
                  <a:gd name="T48" fmla="*/ 53 w 100"/>
                  <a:gd name="T49" fmla="*/ 85 h 100"/>
                  <a:gd name="T50" fmla="*/ 38 w 100"/>
                  <a:gd name="T51" fmla="*/ 85 h 100"/>
                  <a:gd name="T52" fmla="*/ 38 w 100"/>
                  <a:gd name="T53" fmla="*/ 38 h 100"/>
                  <a:gd name="T54" fmla="*/ 53 w 100"/>
                  <a:gd name="T55" fmla="*/ 38 h 100"/>
                  <a:gd name="T56" fmla="*/ 53 w 100"/>
                  <a:gd name="T57" fmla="*/ 44 h 100"/>
                  <a:gd name="T58" fmla="*/ 53 w 100"/>
                  <a:gd name="T59" fmla="*/ 44 h 100"/>
                  <a:gd name="T60" fmla="*/ 67 w 100"/>
                  <a:gd name="T61" fmla="*/ 37 h 100"/>
                  <a:gd name="T62" fmla="*/ 85 w 100"/>
                  <a:gd name="T63" fmla="*/ 59 h 100"/>
                  <a:gd name="T64" fmla="*/ 85 w 100"/>
                  <a:gd name="T65" fmla="*/ 8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0" h="100">
                    <a:moveTo>
                      <a:pt x="92" y="0"/>
                    </a:moveTo>
                    <a:cubicBezTo>
                      <a:pt x="7" y="0"/>
                      <a:pt x="7" y="0"/>
                      <a:pt x="7" y="0"/>
                    </a:cubicBezTo>
                    <a:cubicBezTo>
                      <a:pt x="3" y="0"/>
                      <a:pt x="0" y="3"/>
                      <a:pt x="0" y="7"/>
                    </a:cubicBezTo>
                    <a:cubicBezTo>
                      <a:pt x="0" y="93"/>
                      <a:pt x="0" y="93"/>
                      <a:pt x="0" y="93"/>
                    </a:cubicBezTo>
                    <a:cubicBezTo>
                      <a:pt x="0" y="97"/>
                      <a:pt x="3" y="100"/>
                      <a:pt x="7" y="100"/>
                    </a:cubicBezTo>
                    <a:cubicBezTo>
                      <a:pt x="92" y="100"/>
                      <a:pt x="92" y="100"/>
                      <a:pt x="92" y="100"/>
                    </a:cubicBezTo>
                    <a:cubicBezTo>
                      <a:pt x="96" y="100"/>
                      <a:pt x="100" y="97"/>
                      <a:pt x="100" y="93"/>
                    </a:cubicBezTo>
                    <a:cubicBezTo>
                      <a:pt x="100" y="7"/>
                      <a:pt x="100" y="7"/>
                      <a:pt x="100" y="7"/>
                    </a:cubicBezTo>
                    <a:cubicBezTo>
                      <a:pt x="100" y="3"/>
                      <a:pt x="96" y="0"/>
                      <a:pt x="92" y="0"/>
                    </a:cubicBezTo>
                    <a:moveTo>
                      <a:pt x="29" y="85"/>
                    </a:moveTo>
                    <a:cubicBezTo>
                      <a:pt x="14" y="85"/>
                      <a:pt x="14" y="85"/>
                      <a:pt x="14" y="85"/>
                    </a:cubicBezTo>
                    <a:cubicBezTo>
                      <a:pt x="14" y="38"/>
                      <a:pt x="14" y="38"/>
                      <a:pt x="14" y="38"/>
                    </a:cubicBezTo>
                    <a:cubicBezTo>
                      <a:pt x="29" y="38"/>
                      <a:pt x="29" y="38"/>
                      <a:pt x="29" y="38"/>
                    </a:cubicBezTo>
                    <a:lnTo>
                      <a:pt x="29" y="85"/>
                    </a:lnTo>
                    <a:close/>
                    <a:moveTo>
                      <a:pt x="22" y="31"/>
                    </a:moveTo>
                    <a:cubicBezTo>
                      <a:pt x="17" y="31"/>
                      <a:pt x="13" y="27"/>
                      <a:pt x="13" y="23"/>
                    </a:cubicBezTo>
                    <a:cubicBezTo>
                      <a:pt x="13" y="18"/>
                      <a:pt x="17" y="14"/>
                      <a:pt x="22" y="14"/>
                    </a:cubicBezTo>
                    <a:cubicBezTo>
                      <a:pt x="27" y="14"/>
                      <a:pt x="30" y="18"/>
                      <a:pt x="30" y="23"/>
                    </a:cubicBezTo>
                    <a:cubicBezTo>
                      <a:pt x="30" y="27"/>
                      <a:pt x="27" y="31"/>
                      <a:pt x="22" y="31"/>
                    </a:cubicBezTo>
                    <a:moveTo>
                      <a:pt x="85" y="85"/>
                    </a:moveTo>
                    <a:cubicBezTo>
                      <a:pt x="70" y="85"/>
                      <a:pt x="70" y="85"/>
                      <a:pt x="70" y="85"/>
                    </a:cubicBezTo>
                    <a:cubicBezTo>
                      <a:pt x="70" y="62"/>
                      <a:pt x="70" y="62"/>
                      <a:pt x="70" y="62"/>
                    </a:cubicBezTo>
                    <a:cubicBezTo>
                      <a:pt x="70" y="57"/>
                      <a:pt x="70" y="50"/>
                      <a:pt x="62" y="50"/>
                    </a:cubicBezTo>
                    <a:cubicBezTo>
                      <a:pt x="54" y="50"/>
                      <a:pt x="53" y="56"/>
                      <a:pt x="53" y="62"/>
                    </a:cubicBezTo>
                    <a:cubicBezTo>
                      <a:pt x="53" y="85"/>
                      <a:pt x="53" y="85"/>
                      <a:pt x="53" y="85"/>
                    </a:cubicBezTo>
                    <a:cubicBezTo>
                      <a:pt x="38" y="85"/>
                      <a:pt x="38" y="85"/>
                      <a:pt x="38" y="85"/>
                    </a:cubicBezTo>
                    <a:cubicBezTo>
                      <a:pt x="38" y="38"/>
                      <a:pt x="38" y="38"/>
                      <a:pt x="38" y="38"/>
                    </a:cubicBezTo>
                    <a:cubicBezTo>
                      <a:pt x="53" y="38"/>
                      <a:pt x="53" y="38"/>
                      <a:pt x="53" y="38"/>
                    </a:cubicBezTo>
                    <a:cubicBezTo>
                      <a:pt x="53" y="44"/>
                      <a:pt x="53" y="44"/>
                      <a:pt x="53" y="44"/>
                    </a:cubicBezTo>
                    <a:cubicBezTo>
                      <a:pt x="53" y="44"/>
                      <a:pt x="53" y="44"/>
                      <a:pt x="53" y="44"/>
                    </a:cubicBezTo>
                    <a:cubicBezTo>
                      <a:pt x="55" y="41"/>
                      <a:pt x="60" y="37"/>
                      <a:pt x="67" y="37"/>
                    </a:cubicBezTo>
                    <a:cubicBezTo>
                      <a:pt x="82" y="37"/>
                      <a:pt x="85" y="46"/>
                      <a:pt x="85" y="59"/>
                    </a:cubicBezTo>
                    <a:lnTo>
                      <a:pt x="85" y="8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grpSp>
        <p:grpSp>
          <p:nvGrpSpPr>
            <p:cNvPr id="12" name="Group 11"/>
            <p:cNvGrpSpPr/>
            <p:nvPr userDrawn="1"/>
          </p:nvGrpSpPr>
          <p:grpSpPr>
            <a:xfrm>
              <a:off x="9373103" y="3839364"/>
              <a:ext cx="2523990" cy="2239614"/>
              <a:chOff x="9373103" y="3839364"/>
              <a:chExt cx="2523990" cy="2239614"/>
            </a:xfrm>
          </p:grpSpPr>
          <p:grpSp>
            <p:nvGrpSpPr>
              <p:cNvPr id="9" name="Group 8"/>
              <p:cNvGrpSpPr/>
              <p:nvPr userDrawn="1"/>
            </p:nvGrpSpPr>
            <p:grpSpPr>
              <a:xfrm>
                <a:off x="9391360" y="5344020"/>
                <a:ext cx="2447713" cy="380428"/>
                <a:chOff x="433626" y="5656306"/>
                <a:chExt cx="2447713" cy="380428"/>
              </a:xfrm>
            </p:grpSpPr>
            <p:sp>
              <p:nvSpPr>
                <p:cNvPr id="21" name="object 61"/>
                <p:cNvSpPr txBox="1"/>
                <p:nvPr userDrawn="1"/>
              </p:nvSpPr>
              <p:spPr>
                <a:xfrm>
                  <a:off x="831882" y="5656306"/>
                  <a:ext cx="2049457" cy="380428"/>
                </a:xfrm>
                <a:prstGeom prst="rect">
                  <a:avLst/>
                </a:prstGeom>
              </p:spPr>
              <p:txBody>
                <a:bodyPr vert="horz" wrap="square" lIns="0" tIns="0" rIns="0" bIns="0" rtlCol="0">
                  <a:noAutofit/>
                </a:bodyPr>
                <a:lstStyle/>
                <a:p>
                  <a:pPr marL="8342" marR="3337">
                    <a:lnSpc>
                      <a:spcPct val="138900"/>
                    </a:lnSpc>
                  </a:pPr>
                  <a:r>
                    <a:rPr lang="en-GB" sz="1379" spc="-11">
                      <a:solidFill>
                        <a:schemeClr val="tx1"/>
                      </a:solidFill>
                      <a:latin typeface="Arial"/>
                      <a:cs typeface="Arial"/>
                    </a:rPr>
                    <a:t>+</a:t>
                  </a:r>
                  <a:r>
                    <a:rPr sz="1379" spc="-11">
                      <a:solidFill>
                        <a:schemeClr val="tx1"/>
                      </a:solidFill>
                      <a:latin typeface="Arial"/>
                      <a:cs typeface="Arial"/>
                    </a:rPr>
                    <a:t>K</a:t>
                  </a:r>
                  <a:r>
                    <a:rPr sz="1379" spc="-16">
                      <a:solidFill>
                        <a:schemeClr val="tx1"/>
                      </a:solidFill>
                      <a:latin typeface="Arial"/>
                      <a:cs typeface="Arial"/>
                    </a:rPr>
                    <a:t>a</a:t>
                  </a:r>
                  <a:r>
                    <a:rPr sz="1379" spc="-27">
                      <a:solidFill>
                        <a:schemeClr val="tx1"/>
                      </a:solidFill>
                      <a:latin typeface="Arial"/>
                      <a:cs typeface="Arial"/>
                    </a:rPr>
                    <a:t>n</a:t>
                  </a:r>
                  <a:r>
                    <a:rPr sz="1379" spc="-3">
                      <a:solidFill>
                        <a:schemeClr val="tx1"/>
                      </a:solidFill>
                      <a:latin typeface="Arial"/>
                      <a:cs typeface="Arial"/>
                    </a:rPr>
                    <a:t>t</a:t>
                  </a:r>
                  <a:r>
                    <a:rPr sz="1379" spc="-16">
                      <a:solidFill>
                        <a:schemeClr val="tx1"/>
                      </a:solidFill>
                      <a:latin typeface="Arial"/>
                      <a:cs typeface="Arial"/>
                    </a:rPr>
                    <a:t>a</a:t>
                  </a:r>
                  <a:r>
                    <a:rPr sz="1379" spc="11">
                      <a:solidFill>
                        <a:schemeClr val="tx1"/>
                      </a:solidFill>
                      <a:latin typeface="Arial"/>
                      <a:cs typeface="Arial"/>
                    </a:rPr>
                    <a:t>r</a:t>
                  </a:r>
                  <a:r>
                    <a:rPr lang="en-GB" sz="1379" spc="11">
                      <a:solidFill>
                        <a:schemeClr val="tx1"/>
                      </a:solidFill>
                      <a:latin typeface="Arial"/>
                      <a:cs typeface="Arial"/>
                    </a:rPr>
                    <a:t>IBOPE</a:t>
                  </a:r>
                  <a:r>
                    <a:rPr sz="1379">
                      <a:solidFill>
                        <a:schemeClr val="tx1"/>
                      </a:solidFill>
                      <a:latin typeface="Arial"/>
                      <a:cs typeface="Arial"/>
                    </a:rPr>
                    <a:t>M</a:t>
                  </a:r>
                  <a:r>
                    <a:rPr sz="1379" spc="-11">
                      <a:solidFill>
                        <a:schemeClr val="tx1"/>
                      </a:solidFill>
                      <a:latin typeface="Arial"/>
                      <a:cs typeface="Arial"/>
                    </a:rPr>
                    <a:t>e</a:t>
                  </a:r>
                  <a:r>
                    <a:rPr sz="1379" spc="-20">
                      <a:solidFill>
                        <a:schemeClr val="tx1"/>
                      </a:solidFill>
                      <a:latin typeface="Arial"/>
                      <a:cs typeface="Arial"/>
                    </a:rPr>
                    <a:t>d</a:t>
                  </a:r>
                  <a:r>
                    <a:rPr sz="1379" spc="-13">
                      <a:solidFill>
                        <a:schemeClr val="tx1"/>
                      </a:solidFill>
                      <a:latin typeface="Arial"/>
                      <a:cs typeface="Arial"/>
                    </a:rPr>
                    <a:t>i</a:t>
                  </a:r>
                  <a:r>
                    <a:rPr sz="1379">
                      <a:solidFill>
                        <a:schemeClr val="tx1"/>
                      </a:solidFill>
                      <a:latin typeface="Arial"/>
                      <a:cs typeface="Arial"/>
                    </a:rPr>
                    <a:t>a</a:t>
                  </a:r>
                  <a:endParaRPr lang="en-GB" sz="1379">
                    <a:solidFill>
                      <a:schemeClr val="tx1"/>
                    </a:solidFill>
                    <a:latin typeface="Arial"/>
                    <a:cs typeface="Arial"/>
                  </a:endParaRPr>
                </a:p>
              </p:txBody>
            </p:sp>
            <p:grpSp>
              <p:nvGrpSpPr>
                <p:cNvPr id="36" name="Group 35"/>
                <p:cNvGrpSpPr/>
                <p:nvPr/>
              </p:nvGrpSpPr>
              <p:grpSpPr>
                <a:xfrm>
                  <a:off x="433626" y="5730086"/>
                  <a:ext cx="260506" cy="165134"/>
                  <a:chOff x="-491847" y="7193993"/>
                  <a:chExt cx="468312" cy="296863"/>
                </a:xfrm>
                <a:solidFill>
                  <a:schemeClr val="tx1"/>
                </a:solidFill>
              </p:grpSpPr>
              <p:sp>
                <p:nvSpPr>
                  <p:cNvPr id="37" name="Freeform 9"/>
                  <p:cNvSpPr>
                    <a:spLocks/>
                  </p:cNvSpPr>
                  <p:nvPr/>
                </p:nvSpPr>
                <p:spPr bwMode="auto">
                  <a:xfrm>
                    <a:off x="-491847" y="7193993"/>
                    <a:ext cx="300038" cy="296863"/>
                  </a:xfrm>
                  <a:custGeom>
                    <a:avLst/>
                    <a:gdLst>
                      <a:gd name="T0" fmla="*/ 40 w 78"/>
                      <a:gd name="T1" fmla="*/ 32 h 79"/>
                      <a:gd name="T2" fmla="*/ 40 w 78"/>
                      <a:gd name="T3" fmla="*/ 47 h 79"/>
                      <a:gd name="T4" fmla="*/ 61 w 78"/>
                      <a:gd name="T5" fmla="*/ 47 h 79"/>
                      <a:gd name="T6" fmla="*/ 53 w 78"/>
                      <a:gd name="T7" fmla="*/ 59 h 79"/>
                      <a:gd name="T8" fmla="*/ 45 w 78"/>
                      <a:gd name="T9" fmla="*/ 63 h 79"/>
                      <a:gd name="T10" fmla="*/ 35 w 78"/>
                      <a:gd name="T11" fmla="*/ 63 h 79"/>
                      <a:gd name="T12" fmla="*/ 27 w 78"/>
                      <a:gd name="T13" fmla="*/ 59 h 79"/>
                      <a:gd name="T14" fmla="*/ 18 w 78"/>
                      <a:gd name="T15" fmla="*/ 47 h 79"/>
                      <a:gd name="T16" fmla="*/ 18 w 78"/>
                      <a:gd name="T17" fmla="*/ 32 h 79"/>
                      <a:gd name="T18" fmla="*/ 24 w 78"/>
                      <a:gd name="T19" fmla="*/ 23 h 79"/>
                      <a:gd name="T20" fmla="*/ 35 w 78"/>
                      <a:gd name="T21" fmla="*/ 16 h 79"/>
                      <a:gd name="T22" fmla="*/ 47 w 78"/>
                      <a:gd name="T23" fmla="*/ 17 h 79"/>
                      <a:gd name="T24" fmla="*/ 55 w 78"/>
                      <a:gd name="T25" fmla="*/ 22 h 79"/>
                      <a:gd name="T26" fmla="*/ 62 w 78"/>
                      <a:gd name="T27" fmla="*/ 15 h 79"/>
                      <a:gd name="T28" fmla="*/ 66 w 78"/>
                      <a:gd name="T29" fmla="*/ 11 h 79"/>
                      <a:gd name="T30" fmla="*/ 53 w 78"/>
                      <a:gd name="T31" fmla="*/ 3 h 79"/>
                      <a:gd name="T32" fmla="*/ 27 w 78"/>
                      <a:gd name="T33" fmla="*/ 3 h 79"/>
                      <a:gd name="T34" fmla="*/ 5 w 78"/>
                      <a:gd name="T35" fmla="*/ 22 h 79"/>
                      <a:gd name="T36" fmla="*/ 2 w 78"/>
                      <a:gd name="T37" fmla="*/ 32 h 79"/>
                      <a:gd name="T38" fmla="*/ 5 w 78"/>
                      <a:gd name="T39" fmla="*/ 57 h 79"/>
                      <a:gd name="T40" fmla="*/ 16 w 78"/>
                      <a:gd name="T41" fmla="*/ 70 h 79"/>
                      <a:gd name="T42" fmla="*/ 30 w 78"/>
                      <a:gd name="T43" fmla="*/ 77 h 79"/>
                      <a:gd name="T44" fmla="*/ 50 w 78"/>
                      <a:gd name="T45" fmla="*/ 77 h 79"/>
                      <a:gd name="T46" fmla="*/ 66 w 78"/>
                      <a:gd name="T47" fmla="*/ 69 h 79"/>
                      <a:gd name="T48" fmla="*/ 76 w 78"/>
                      <a:gd name="T49" fmla="*/ 53 h 79"/>
                      <a:gd name="T50" fmla="*/ 77 w 78"/>
                      <a:gd name="T51" fmla="*/ 32 h 79"/>
                      <a:gd name="T52" fmla="*/ 40 w 78"/>
                      <a:gd name="T53" fmla="*/ 3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8" h="79">
                        <a:moveTo>
                          <a:pt x="40" y="32"/>
                        </a:moveTo>
                        <a:cubicBezTo>
                          <a:pt x="40" y="37"/>
                          <a:pt x="40" y="42"/>
                          <a:pt x="40" y="47"/>
                        </a:cubicBezTo>
                        <a:cubicBezTo>
                          <a:pt x="47" y="47"/>
                          <a:pt x="54" y="47"/>
                          <a:pt x="61" y="47"/>
                        </a:cubicBezTo>
                        <a:cubicBezTo>
                          <a:pt x="60" y="52"/>
                          <a:pt x="57" y="57"/>
                          <a:pt x="53" y="59"/>
                        </a:cubicBezTo>
                        <a:cubicBezTo>
                          <a:pt x="51" y="61"/>
                          <a:pt x="48" y="62"/>
                          <a:pt x="45" y="63"/>
                        </a:cubicBezTo>
                        <a:cubicBezTo>
                          <a:pt x="42" y="63"/>
                          <a:pt x="39" y="63"/>
                          <a:pt x="35" y="63"/>
                        </a:cubicBezTo>
                        <a:cubicBezTo>
                          <a:pt x="32" y="62"/>
                          <a:pt x="29" y="61"/>
                          <a:pt x="27" y="59"/>
                        </a:cubicBezTo>
                        <a:cubicBezTo>
                          <a:pt x="23" y="56"/>
                          <a:pt x="20" y="52"/>
                          <a:pt x="18" y="47"/>
                        </a:cubicBezTo>
                        <a:cubicBezTo>
                          <a:pt x="16" y="42"/>
                          <a:pt x="16" y="37"/>
                          <a:pt x="18" y="32"/>
                        </a:cubicBezTo>
                        <a:cubicBezTo>
                          <a:pt x="19" y="28"/>
                          <a:pt x="21" y="25"/>
                          <a:pt x="24" y="23"/>
                        </a:cubicBezTo>
                        <a:cubicBezTo>
                          <a:pt x="27" y="20"/>
                          <a:pt x="31" y="17"/>
                          <a:pt x="35" y="16"/>
                        </a:cubicBezTo>
                        <a:cubicBezTo>
                          <a:pt x="39" y="15"/>
                          <a:pt x="43" y="16"/>
                          <a:pt x="47" y="17"/>
                        </a:cubicBezTo>
                        <a:cubicBezTo>
                          <a:pt x="50" y="18"/>
                          <a:pt x="53" y="19"/>
                          <a:pt x="55" y="22"/>
                        </a:cubicBezTo>
                        <a:cubicBezTo>
                          <a:pt x="57" y="19"/>
                          <a:pt x="60" y="17"/>
                          <a:pt x="62" y="15"/>
                        </a:cubicBezTo>
                        <a:cubicBezTo>
                          <a:pt x="63" y="13"/>
                          <a:pt x="65" y="12"/>
                          <a:pt x="66" y="11"/>
                        </a:cubicBezTo>
                        <a:cubicBezTo>
                          <a:pt x="62" y="7"/>
                          <a:pt x="58" y="5"/>
                          <a:pt x="53" y="3"/>
                        </a:cubicBezTo>
                        <a:cubicBezTo>
                          <a:pt x="45" y="0"/>
                          <a:pt x="36" y="0"/>
                          <a:pt x="27" y="3"/>
                        </a:cubicBezTo>
                        <a:cubicBezTo>
                          <a:pt x="18" y="6"/>
                          <a:pt x="10" y="13"/>
                          <a:pt x="5" y="22"/>
                        </a:cubicBezTo>
                        <a:cubicBezTo>
                          <a:pt x="4" y="25"/>
                          <a:pt x="2" y="28"/>
                          <a:pt x="2" y="32"/>
                        </a:cubicBezTo>
                        <a:cubicBezTo>
                          <a:pt x="0" y="40"/>
                          <a:pt x="1" y="49"/>
                          <a:pt x="5" y="57"/>
                        </a:cubicBezTo>
                        <a:cubicBezTo>
                          <a:pt x="8" y="62"/>
                          <a:pt x="11" y="67"/>
                          <a:pt x="16" y="70"/>
                        </a:cubicBezTo>
                        <a:cubicBezTo>
                          <a:pt x="20" y="73"/>
                          <a:pt x="25" y="76"/>
                          <a:pt x="30" y="77"/>
                        </a:cubicBezTo>
                        <a:cubicBezTo>
                          <a:pt x="36" y="79"/>
                          <a:pt x="43" y="79"/>
                          <a:pt x="50" y="77"/>
                        </a:cubicBezTo>
                        <a:cubicBezTo>
                          <a:pt x="56" y="76"/>
                          <a:pt x="61" y="73"/>
                          <a:pt x="66" y="69"/>
                        </a:cubicBezTo>
                        <a:cubicBezTo>
                          <a:pt x="70" y="65"/>
                          <a:pt x="74" y="59"/>
                          <a:pt x="76" y="53"/>
                        </a:cubicBezTo>
                        <a:cubicBezTo>
                          <a:pt x="78" y="46"/>
                          <a:pt x="78" y="39"/>
                          <a:pt x="77" y="32"/>
                        </a:cubicBezTo>
                        <a:cubicBezTo>
                          <a:pt x="64" y="32"/>
                          <a:pt x="52" y="32"/>
                          <a:pt x="40" y="32"/>
                        </a:cubicBezTo>
                      </a:path>
                    </a:pathLst>
                  </a:custGeom>
                  <a:grpFill/>
                  <a:ln>
                    <a:noFill/>
                  </a:ln>
                </p:spPr>
                <p:txBody>
                  <a:bodyPr vert="horz" wrap="square" lIns="91440" tIns="45720" rIns="91440" bIns="45720" numCol="1" anchor="t" anchorCtr="0" compatLnSpc="1">
                    <a:prstTxWarp prst="textNoShape">
                      <a:avLst/>
                    </a:prstTxWarp>
                  </a:bodyPr>
                  <a:lstStyle/>
                  <a:p>
                    <a:endParaRPr lang="en-GB" sz="2400"/>
                  </a:p>
                </p:txBody>
              </p:sp>
              <p:sp>
                <p:nvSpPr>
                  <p:cNvPr id="38" name="Freeform 10"/>
                  <p:cNvSpPr>
                    <a:spLocks/>
                  </p:cNvSpPr>
                  <p:nvPr/>
                </p:nvSpPr>
                <p:spPr bwMode="auto">
                  <a:xfrm>
                    <a:off x="-166411" y="7280652"/>
                    <a:ext cx="142876" cy="139700"/>
                  </a:xfrm>
                  <a:custGeom>
                    <a:avLst/>
                    <a:gdLst>
                      <a:gd name="T0" fmla="*/ 90 w 90"/>
                      <a:gd name="T1" fmla="*/ 33 h 88"/>
                      <a:gd name="T2" fmla="*/ 56 w 90"/>
                      <a:gd name="T3" fmla="*/ 33 h 88"/>
                      <a:gd name="T4" fmla="*/ 56 w 90"/>
                      <a:gd name="T5" fmla="*/ 0 h 88"/>
                      <a:gd name="T6" fmla="*/ 32 w 90"/>
                      <a:gd name="T7" fmla="*/ 0 h 88"/>
                      <a:gd name="T8" fmla="*/ 32 w 90"/>
                      <a:gd name="T9" fmla="*/ 33 h 88"/>
                      <a:gd name="T10" fmla="*/ 0 w 90"/>
                      <a:gd name="T11" fmla="*/ 33 h 88"/>
                      <a:gd name="T12" fmla="*/ 0 w 90"/>
                      <a:gd name="T13" fmla="*/ 57 h 88"/>
                      <a:gd name="T14" fmla="*/ 32 w 90"/>
                      <a:gd name="T15" fmla="*/ 57 h 88"/>
                      <a:gd name="T16" fmla="*/ 32 w 90"/>
                      <a:gd name="T17" fmla="*/ 88 h 88"/>
                      <a:gd name="T18" fmla="*/ 56 w 90"/>
                      <a:gd name="T19" fmla="*/ 88 h 88"/>
                      <a:gd name="T20" fmla="*/ 56 w 90"/>
                      <a:gd name="T21" fmla="*/ 57 h 88"/>
                      <a:gd name="T22" fmla="*/ 90 w 90"/>
                      <a:gd name="T23" fmla="*/ 57 h 88"/>
                      <a:gd name="T24" fmla="*/ 90 w 90"/>
                      <a:gd name="T25" fmla="*/ 3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88">
                        <a:moveTo>
                          <a:pt x="90" y="33"/>
                        </a:moveTo>
                        <a:lnTo>
                          <a:pt x="56" y="33"/>
                        </a:lnTo>
                        <a:lnTo>
                          <a:pt x="56" y="0"/>
                        </a:lnTo>
                        <a:lnTo>
                          <a:pt x="32" y="0"/>
                        </a:lnTo>
                        <a:lnTo>
                          <a:pt x="32" y="33"/>
                        </a:lnTo>
                        <a:lnTo>
                          <a:pt x="0" y="33"/>
                        </a:lnTo>
                        <a:lnTo>
                          <a:pt x="0" y="57"/>
                        </a:lnTo>
                        <a:lnTo>
                          <a:pt x="32" y="57"/>
                        </a:lnTo>
                        <a:lnTo>
                          <a:pt x="32" y="88"/>
                        </a:lnTo>
                        <a:lnTo>
                          <a:pt x="56" y="88"/>
                        </a:lnTo>
                        <a:lnTo>
                          <a:pt x="56" y="57"/>
                        </a:lnTo>
                        <a:lnTo>
                          <a:pt x="90" y="57"/>
                        </a:lnTo>
                        <a:lnTo>
                          <a:pt x="90" y="33"/>
                        </a:lnTo>
                        <a:close/>
                      </a:path>
                    </a:pathLst>
                  </a:custGeom>
                  <a:grpFill/>
                  <a:ln>
                    <a:noFill/>
                  </a:ln>
                </p:spPr>
                <p:txBody>
                  <a:bodyPr vert="horz" wrap="square" lIns="91440" tIns="45720" rIns="91440" bIns="45720" numCol="1" anchor="t" anchorCtr="0" compatLnSpc="1">
                    <a:prstTxWarp prst="textNoShape">
                      <a:avLst/>
                    </a:prstTxWarp>
                  </a:bodyPr>
                  <a:lstStyle/>
                  <a:p>
                    <a:endParaRPr lang="en-GB" sz="2400"/>
                  </a:p>
                </p:txBody>
              </p:sp>
            </p:grpSp>
          </p:grpSp>
          <p:grpSp>
            <p:nvGrpSpPr>
              <p:cNvPr id="5" name="Group 4"/>
              <p:cNvGrpSpPr/>
              <p:nvPr userDrawn="1"/>
            </p:nvGrpSpPr>
            <p:grpSpPr>
              <a:xfrm>
                <a:off x="9373103" y="3839364"/>
                <a:ext cx="1845232" cy="338094"/>
                <a:chOff x="415369" y="4278650"/>
                <a:chExt cx="1845232" cy="338094"/>
              </a:xfrm>
            </p:grpSpPr>
            <p:sp>
              <p:nvSpPr>
                <p:cNvPr id="29" name="object 61"/>
                <p:cNvSpPr txBox="1"/>
                <p:nvPr userDrawn="1"/>
              </p:nvSpPr>
              <p:spPr>
                <a:xfrm>
                  <a:off x="831883" y="4278650"/>
                  <a:ext cx="1428718" cy="338094"/>
                </a:xfrm>
                <a:prstGeom prst="rect">
                  <a:avLst/>
                </a:prstGeom>
              </p:spPr>
              <p:txBody>
                <a:bodyPr vert="horz" wrap="square" lIns="0" tIns="0" rIns="0" bIns="0" rtlCol="0">
                  <a:noAutofit/>
                </a:bodyPr>
                <a:lstStyle/>
                <a:p>
                  <a:pPr marL="8342" marR="3337">
                    <a:lnSpc>
                      <a:spcPct val="138900"/>
                    </a:lnSpc>
                  </a:pPr>
                  <a:r>
                    <a:rPr sz="1379" spc="-7">
                      <a:solidFill>
                        <a:schemeClr val="tx1"/>
                      </a:solidFill>
                      <a:latin typeface="Arial"/>
                      <a:cs typeface="Arial"/>
                    </a:rPr>
                    <a:t>@</a:t>
                  </a:r>
                  <a:r>
                    <a:rPr sz="1379" spc="-11">
                      <a:solidFill>
                        <a:schemeClr val="tx1"/>
                      </a:solidFill>
                      <a:latin typeface="Arial"/>
                      <a:cs typeface="Arial"/>
                    </a:rPr>
                    <a:t>K</a:t>
                  </a:r>
                  <a:r>
                    <a:rPr lang="en-GB" sz="1379" spc="-16">
                      <a:solidFill>
                        <a:schemeClr val="tx1"/>
                      </a:solidFill>
                      <a:latin typeface="Arial"/>
                      <a:cs typeface="Arial"/>
                    </a:rPr>
                    <a:t>_</a:t>
                  </a:r>
                  <a:r>
                    <a:rPr lang="en-GB" sz="1379" spc="-16" err="1">
                      <a:solidFill>
                        <a:schemeClr val="tx1"/>
                      </a:solidFill>
                      <a:latin typeface="Arial"/>
                      <a:cs typeface="Arial"/>
                    </a:rPr>
                    <a:t>IBOPEMedi</a:t>
                  </a:r>
                  <a:r>
                    <a:rPr sz="1379">
                      <a:solidFill>
                        <a:schemeClr val="tx1"/>
                      </a:solidFill>
                      <a:latin typeface="Arial"/>
                      <a:cs typeface="Arial"/>
                    </a:rPr>
                    <a:t>a</a:t>
                  </a:r>
                  <a:endParaRPr lang="en-GB" sz="1379">
                    <a:solidFill>
                      <a:schemeClr val="tx1"/>
                    </a:solidFill>
                    <a:cs typeface="Arial"/>
                  </a:endParaRPr>
                </a:p>
              </p:txBody>
            </p:sp>
            <p:sp>
              <p:nvSpPr>
                <p:cNvPr id="41" name="Freeform 5"/>
                <p:cNvSpPr>
                  <a:spLocks/>
                </p:cNvSpPr>
                <p:nvPr userDrawn="1"/>
              </p:nvSpPr>
              <p:spPr bwMode="auto">
                <a:xfrm>
                  <a:off x="415369" y="4343054"/>
                  <a:ext cx="263155" cy="209287"/>
                </a:xfrm>
                <a:custGeom>
                  <a:avLst/>
                  <a:gdLst>
                    <a:gd name="T0" fmla="*/ 85 w 123"/>
                    <a:gd name="T1" fmla="*/ 0 h 100"/>
                    <a:gd name="T2" fmla="*/ 60 w 123"/>
                    <a:gd name="T3" fmla="*/ 25 h 100"/>
                    <a:gd name="T4" fmla="*/ 61 w 123"/>
                    <a:gd name="T5" fmla="*/ 31 h 100"/>
                    <a:gd name="T6" fmla="*/ 9 w 123"/>
                    <a:gd name="T7" fmla="*/ 4 h 100"/>
                    <a:gd name="T8" fmla="*/ 5 w 123"/>
                    <a:gd name="T9" fmla="*/ 17 h 100"/>
                    <a:gd name="T10" fmla="*/ 16 w 123"/>
                    <a:gd name="T11" fmla="*/ 38 h 100"/>
                    <a:gd name="T12" fmla="*/ 5 w 123"/>
                    <a:gd name="T13" fmla="*/ 35 h 100"/>
                    <a:gd name="T14" fmla="*/ 5 w 123"/>
                    <a:gd name="T15" fmla="*/ 35 h 100"/>
                    <a:gd name="T16" fmla="*/ 25 w 123"/>
                    <a:gd name="T17" fmla="*/ 60 h 100"/>
                    <a:gd name="T18" fmla="*/ 19 w 123"/>
                    <a:gd name="T19" fmla="*/ 61 h 100"/>
                    <a:gd name="T20" fmla="*/ 14 w 123"/>
                    <a:gd name="T21" fmla="*/ 60 h 100"/>
                    <a:gd name="T22" fmla="*/ 37 w 123"/>
                    <a:gd name="T23" fmla="*/ 78 h 100"/>
                    <a:gd name="T24" fmla="*/ 6 w 123"/>
                    <a:gd name="T25" fmla="*/ 89 h 100"/>
                    <a:gd name="T26" fmla="*/ 0 w 123"/>
                    <a:gd name="T27" fmla="*/ 88 h 100"/>
                    <a:gd name="T28" fmla="*/ 39 w 123"/>
                    <a:gd name="T29" fmla="*/ 100 h 100"/>
                    <a:gd name="T30" fmla="*/ 111 w 123"/>
                    <a:gd name="T31" fmla="*/ 28 h 100"/>
                    <a:gd name="T32" fmla="*/ 110 w 123"/>
                    <a:gd name="T33" fmla="*/ 25 h 100"/>
                    <a:gd name="T34" fmla="*/ 123 w 123"/>
                    <a:gd name="T35" fmla="*/ 12 h 100"/>
                    <a:gd name="T36" fmla="*/ 109 w 123"/>
                    <a:gd name="T37" fmla="*/ 16 h 100"/>
                    <a:gd name="T38" fmla="*/ 120 w 123"/>
                    <a:gd name="T39" fmla="*/ 2 h 100"/>
                    <a:gd name="T40" fmla="*/ 104 w 123"/>
                    <a:gd name="T41" fmla="*/ 8 h 100"/>
                    <a:gd name="T42" fmla="*/ 85 w 123"/>
                    <a:gd name="T4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3" h="100">
                      <a:moveTo>
                        <a:pt x="85" y="0"/>
                      </a:moveTo>
                      <a:cubicBezTo>
                        <a:pt x="71" y="0"/>
                        <a:pt x="60" y="11"/>
                        <a:pt x="60" y="25"/>
                      </a:cubicBezTo>
                      <a:cubicBezTo>
                        <a:pt x="60" y="27"/>
                        <a:pt x="60" y="29"/>
                        <a:pt x="61" y="31"/>
                      </a:cubicBezTo>
                      <a:cubicBezTo>
                        <a:pt x="40" y="30"/>
                        <a:pt x="21" y="20"/>
                        <a:pt x="9" y="4"/>
                      </a:cubicBezTo>
                      <a:cubicBezTo>
                        <a:pt x="6" y="8"/>
                        <a:pt x="5" y="12"/>
                        <a:pt x="5" y="17"/>
                      </a:cubicBezTo>
                      <a:cubicBezTo>
                        <a:pt x="5" y="26"/>
                        <a:pt x="10" y="34"/>
                        <a:pt x="16" y="38"/>
                      </a:cubicBezTo>
                      <a:cubicBezTo>
                        <a:pt x="12" y="38"/>
                        <a:pt x="8" y="37"/>
                        <a:pt x="5" y="35"/>
                      </a:cubicBezTo>
                      <a:cubicBezTo>
                        <a:pt x="5" y="35"/>
                        <a:pt x="5" y="35"/>
                        <a:pt x="5" y="35"/>
                      </a:cubicBezTo>
                      <a:cubicBezTo>
                        <a:pt x="5" y="47"/>
                        <a:pt x="14" y="58"/>
                        <a:pt x="25" y="60"/>
                      </a:cubicBezTo>
                      <a:cubicBezTo>
                        <a:pt x="23" y="61"/>
                        <a:pt x="21" y="61"/>
                        <a:pt x="19" y="61"/>
                      </a:cubicBezTo>
                      <a:cubicBezTo>
                        <a:pt x="17" y="61"/>
                        <a:pt x="15" y="61"/>
                        <a:pt x="14" y="60"/>
                      </a:cubicBezTo>
                      <a:cubicBezTo>
                        <a:pt x="17" y="70"/>
                        <a:pt x="26" y="78"/>
                        <a:pt x="37" y="78"/>
                      </a:cubicBezTo>
                      <a:cubicBezTo>
                        <a:pt x="29" y="85"/>
                        <a:pt x="18" y="89"/>
                        <a:pt x="6" y="89"/>
                      </a:cubicBezTo>
                      <a:cubicBezTo>
                        <a:pt x="4" y="89"/>
                        <a:pt x="2" y="89"/>
                        <a:pt x="0" y="88"/>
                      </a:cubicBezTo>
                      <a:cubicBezTo>
                        <a:pt x="11" y="96"/>
                        <a:pt x="24" y="100"/>
                        <a:pt x="39" y="100"/>
                      </a:cubicBezTo>
                      <a:cubicBezTo>
                        <a:pt x="85" y="100"/>
                        <a:pt x="111" y="61"/>
                        <a:pt x="111" y="28"/>
                      </a:cubicBezTo>
                      <a:cubicBezTo>
                        <a:pt x="111" y="27"/>
                        <a:pt x="111" y="26"/>
                        <a:pt x="110" y="25"/>
                      </a:cubicBezTo>
                      <a:cubicBezTo>
                        <a:pt x="115" y="21"/>
                        <a:pt x="120" y="17"/>
                        <a:pt x="123" y="12"/>
                      </a:cubicBezTo>
                      <a:cubicBezTo>
                        <a:pt x="119" y="14"/>
                        <a:pt x="114" y="15"/>
                        <a:pt x="109" y="16"/>
                      </a:cubicBezTo>
                      <a:cubicBezTo>
                        <a:pt x="114" y="12"/>
                        <a:pt x="118" y="7"/>
                        <a:pt x="120" y="2"/>
                      </a:cubicBezTo>
                      <a:cubicBezTo>
                        <a:pt x="115" y="4"/>
                        <a:pt x="109" y="7"/>
                        <a:pt x="104" y="8"/>
                      </a:cubicBezTo>
                      <a:cubicBezTo>
                        <a:pt x="99" y="3"/>
                        <a:pt x="92" y="0"/>
                        <a:pt x="85" y="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grpSp>
          <p:grpSp>
            <p:nvGrpSpPr>
              <p:cNvPr id="6" name="Group 5"/>
              <p:cNvGrpSpPr/>
              <p:nvPr userDrawn="1"/>
            </p:nvGrpSpPr>
            <p:grpSpPr>
              <a:xfrm>
                <a:off x="9454787" y="4204944"/>
                <a:ext cx="2042948" cy="295761"/>
                <a:chOff x="497053" y="4707970"/>
                <a:chExt cx="2042948" cy="295761"/>
              </a:xfrm>
            </p:grpSpPr>
            <p:sp>
              <p:nvSpPr>
                <p:cNvPr id="40" name="object 61"/>
                <p:cNvSpPr txBox="1"/>
                <p:nvPr userDrawn="1"/>
              </p:nvSpPr>
              <p:spPr>
                <a:xfrm>
                  <a:off x="831883" y="4707970"/>
                  <a:ext cx="1708118" cy="295761"/>
                </a:xfrm>
                <a:prstGeom prst="rect">
                  <a:avLst/>
                </a:prstGeom>
              </p:spPr>
              <p:txBody>
                <a:bodyPr vert="horz" wrap="square" lIns="0" tIns="0" rIns="0" bIns="0" rtlCol="0">
                  <a:noAutofit/>
                </a:bodyPr>
                <a:lstStyle/>
                <a:p>
                  <a:pPr marL="8342" marR="3337">
                    <a:lnSpc>
                      <a:spcPct val="138900"/>
                    </a:lnSpc>
                  </a:pPr>
                  <a:r>
                    <a:rPr lang="en-GB" sz="1379" spc="-11">
                      <a:solidFill>
                        <a:schemeClr val="tx1"/>
                      </a:solidFill>
                      <a:latin typeface="Arial"/>
                      <a:cs typeface="Arial"/>
                    </a:rPr>
                    <a:t>Kantar IBOPE Media</a:t>
                  </a:r>
                  <a:endParaRPr lang="en-GB" sz="1379">
                    <a:solidFill>
                      <a:schemeClr val="tx1"/>
                    </a:solidFill>
                    <a:cs typeface="Arial"/>
                  </a:endParaRPr>
                </a:p>
              </p:txBody>
            </p:sp>
            <p:sp>
              <p:nvSpPr>
                <p:cNvPr id="42" name="Freeform 6"/>
                <p:cNvSpPr>
                  <a:spLocks/>
                </p:cNvSpPr>
                <p:nvPr userDrawn="1"/>
              </p:nvSpPr>
              <p:spPr bwMode="auto">
                <a:xfrm>
                  <a:off x="497053" y="4750765"/>
                  <a:ext cx="99787" cy="210170"/>
                </a:xfrm>
                <a:custGeom>
                  <a:avLst/>
                  <a:gdLst>
                    <a:gd name="T0" fmla="*/ 31 w 47"/>
                    <a:gd name="T1" fmla="*/ 100 h 100"/>
                    <a:gd name="T2" fmla="*/ 31 w 47"/>
                    <a:gd name="T3" fmla="*/ 50 h 100"/>
                    <a:gd name="T4" fmla="*/ 45 w 47"/>
                    <a:gd name="T5" fmla="*/ 50 h 100"/>
                    <a:gd name="T6" fmla="*/ 47 w 47"/>
                    <a:gd name="T7" fmla="*/ 32 h 100"/>
                    <a:gd name="T8" fmla="*/ 31 w 47"/>
                    <a:gd name="T9" fmla="*/ 32 h 100"/>
                    <a:gd name="T10" fmla="*/ 31 w 47"/>
                    <a:gd name="T11" fmla="*/ 22 h 100"/>
                    <a:gd name="T12" fmla="*/ 35 w 47"/>
                    <a:gd name="T13" fmla="*/ 17 h 100"/>
                    <a:gd name="T14" fmla="*/ 46 w 47"/>
                    <a:gd name="T15" fmla="*/ 17 h 100"/>
                    <a:gd name="T16" fmla="*/ 46 w 47"/>
                    <a:gd name="T17" fmla="*/ 0 h 100"/>
                    <a:gd name="T18" fmla="*/ 31 w 47"/>
                    <a:gd name="T19" fmla="*/ 0 h 100"/>
                    <a:gd name="T20" fmla="*/ 10 w 47"/>
                    <a:gd name="T21" fmla="*/ 21 h 100"/>
                    <a:gd name="T22" fmla="*/ 10 w 47"/>
                    <a:gd name="T23" fmla="*/ 32 h 100"/>
                    <a:gd name="T24" fmla="*/ 0 w 47"/>
                    <a:gd name="T25" fmla="*/ 32 h 100"/>
                    <a:gd name="T26" fmla="*/ 0 w 47"/>
                    <a:gd name="T27" fmla="*/ 50 h 100"/>
                    <a:gd name="T28" fmla="*/ 10 w 47"/>
                    <a:gd name="T29" fmla="*/ 50 h 100"/>
                    <a:gd name="T30" fmla="*/ 10 w 47"/>
                    <a:gd name="T31" fmla="*/ 100 h 100"/>
                    <a:gd name="T32" fmla="*/ 31 w 47"/>
                    <a:gd name="T33"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7" h="100">
                      <a:moveTo>
                        <a:pt x="31" y="100"/>
                      </a:moveTo>
                      <a:cubicBezTo>
                        <a:pt x="31" y="50"/>
                        <a:pt x="31" y="50"/>
                        <a:pt x="31" y="50"/>
                      </a:cubicBezTo>
                      <a:cubicBezTo>
                        <a:pt x="45" y="50"/>
                        <a:pt x="45" y="50"/>
                        <a:pt x="45" y="50"/>
                      </a:cubicBezTo>
                      <a:cubicBezTo>
                        <a:pt x="47" y="32"/>
                        <a:pt x="47" y="32"/>
                        <a:pt x="47" y="32"/>
                      </a:cubicBezTo>
                      <a:cubicBezTo>
                        <a:pt x="31" y="32"/>
                        <a:pt x="31" y="32"/>
                        <a:pt x="31" y="32"/>
                      </a:cubicBezTo>
                      <a:cubicBezTo>
                        <a:pt x="31" y="22"/>
                        <a:pt x="31" y="22"/>
                        <a:pt x="31" y="22"/>
                      </a:cubicBezTo>
                      <a:cubicBezTo>
                        <a:pt x="31" y="18"/>
                        <a:pt x="34" y="17"/>
                        <a:pt x="35" y="17"/>
                      </a:cubicBezTo>
                      <a:cubicBezTo>
                        <a:pt x="46" y="17"/>
                        <a:pt x="46" y="17"/>
                        <a:pt x="46" y="17"/>
                      </a:cubicBezTo>
                      <a:cubicBezTo>
                        <a:pt x="46" y="0"/>
                        <a:pt x="46" y="0"/>
                        <a:pt x="46" y="0"/>
                      </a:cubicBezTo>
                      <a:cubicBezTo>
                        <a:pt x="31" y="0"/>
                        <a:pt x="31" y="0"/>
                        <a:pt x="31" y="0"/>
                      </a:cubicBezTo>
                      <a:cubicBezTo>
                        <a:pt x="14" y="0"/>
                        <a:pt x="10" y="13"/>
                        <a:pt x="10" y="21"/>
                      </a:cubicBezTo>
                      <a:cubicBezTo>
                        <a:pt x="10" y="32"/>
                        <a:pt x="10" y="32"/>
                        <a:pt x="10" y="32"/>
                      </a:cubicBezTo>
                      <a:cubicBezTo>
                        <a:pt x="0" y="32"/>
                        <a:pt x="0" y="32"/>
                        <a:pt x="0" y="32"/>
                      </a:cubicBezTo>
                      <a:cubicBezTo>
                        <a:pt x="0" y="50"/>
                        <a:pt x="0" y="50"/>
                        <a:pt x="0" y="50"/>
                      </a:cubicBezTo>
                      <a:cubicBezTo>
                        <a:pt x="10" y="50"/>
                        <a:pt x="10" y="50"/>
                        <a:pt x="10" y="50"/>
                      </a:cubicBezTo>
                      <a:cubicBezTo>
                        <a:pt x="10" y="100"/>
                        <a:pt x="10" y="100"/>
                        <a:pt x="10" y="100"/>
                      </a:cubicBezTo>
                      <a:lnTo>
                        <a:pt x="31" y="10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grpSp>
          <p:grpSp>
            <p:nvGrpSpPr>
              <p:cNvPr id="8" name="Group 7"/>
              <p:cNvGrpSpPr/>
              <p:nvPr userDrawn="1"/>
            </p:nvGrpSpPr>
            <p:grpSpPr>
              <a:xfrm>
                <a:off x="9397829" y="4927638"/>
                <a:ext cx="1879774" cy="388894"/>
                <a:chOff x="440095" y="5309174"/>
                <a:chExt cx="1879774" cy="388894"/>
              </a:xfrm>
            </p:grpSpPr>
            <p:sp>
              <p:nvSpPr>
                <p:cNvPr id="39" name="object 61"/>
                <p:cNvSpPr txBox="1"/>
                <p:nvPr userDrawn="1"/>
              </p:nvSpPr>
              <p:spPr>
                <a:xfrm>
                  <a:off x="831883" y="5309174"/>
                  <a:ext cx="1487986" cy="388894"/>
                </a:xfrm>
                <a:prstGeom prst="rect">
                  <a:avLst/>
                </a:prstGeom>
              </p:spPr>
              <p:txBody>
                <a:bodyPr vert="horz" wrap="square" lIns="0" tIns="0" rIns="0" bIns="0" rtlCol="0">
                  <a:noAutofit/>
                </a:bodyPr>
                <a:lstStyle/>
                <a:p>
                  <a:pPr marL="8342" marR="3337">
                    <a:lnSpc>
                      <a:spcPct val="138900"/>
                    </a:lnSpc>
                  </a:pPr>
                  <a:r>
                    <a:rPr sz="1379" spc="-7">
                      <a:solidFill>
                        <a:schemeClr val="tx1"/>
                      </a:solidFill>
                      <a:latin typeface="Arial"/>
                      <a:cs typeface="Arial"/>
                    </a:rPr>
                    <a:t>@</a:t>
                  </a:r>
                  <a:r>
                    <a:rPr sz="1379" spc="-11">
                      <a:solidFill>
                        <a:schemeClr val="tx1"/>
                      </a:solidFill>
                      <a:latin typeface="Arial"/>
                      <a:cs typeface="Arial"/>
                    </a:rPr>
                    <a:t>K</a:t>
                  </a:r>
                  <a:r>
                    <a:rPr sz="1379" spc="-16">
                      <a:solidFill>
                        <a:schemeClr val="tx1"/>
                      </a:solidFill>
                      <a:latin typeface="Arial"/>
                      <a:cs typeface="Arial"/>
                    </a:rPr>
                    <a:t>a</a:t>
                  </a:r>
                  <a:r>
                    <a:rPr sz="1379" spc="-27">
                      <a:solidFill>
                        <a:schemeClr val="tx1"/>
                      </a:solidFill>
                      <a:latin typeface="Arial"/>
                      <a:cs typeface="Arial"/>
                    </a:rPr>
                    <a:t>n</a:t>
                  </a:r>
                  <a:r>
                    <a:rPr sz="1379" spc="-3">
                      <a:solidFill>
                        <a:schemeClr val="tx1"/>
                      </a:solidFill>
                      <a:latin typeface="Arial"/>
                      <a:cs typeface="Arial"/>
                    </a:rPr>
                    <a:t>t</a:t>
                  </a:r>
                  <a:r>
                    <a:rPr sz="1379" spc="-16">
                      <a:solidFill>
                        <a:schemeClr val="tx1"/>
                      </a:solidFill>
                      <a:latin typeface="Arial"/>
                      <a:cs typeface="Arial"/>
                    </a:rPr>
                    <a:t>a</a:t>
                  </a:r>
                  <a:r>
                    <a:rPr sz="1379" spc="11">
                      <a:solidFill>
                        <a:schemeClr val="tx1"/>
                      </a:solidFill>
                      <a:latin typeface="Arial"/>
                      <a:cs typeface="Arial"/>
                    </a:rPr>
                    <a:t>r</a:t>
                  </a:r>
                  <a:r>
                    <a:rPr sz="1379">
                      <a:solidFill>
                        <a:schemeClr val="tx1"/>
                      </a:solidFill>
                      <a:latin typeface="Arial"/>
                      <a:cs typeface="Arial"/>
                    </a:rPr>
                    <a:t>M</a:t>
                  </a:r>
                  <a:r>
                    <a:rPr sz="1379" spc="-11">
                      <a:solidFill>
                        <a:schemeClr val="tx1"/>
                      </a:solidFill>
                      <a:latin typeface="Arial"/>
                      <a:cs typeface="Arial"/>
                    </a:rPr>
                    <a:t>e</a:t>
                  </a:r>
                  <a:r>
                    <a:rPr sz="1379" spc="-20">
                      <a:solidFill>
                        <a:schemeClr val="tx1"/>
                      </a:solidFill>
                      <a:latin typeface="Arial"/>
                      <a:cs typeface="Arial"/>
                    </a:rPr>
                    <a:t>d</a:t>
                  </a:r>
                  <a:r>
                    <a:rPr sz="1379" spc="-13">
                      <a:solidFill>
                        <a:schemeClr val="tx1"/>
                      </a:solidFill>
                      <a:latin typeface="Arial"/>
                      <a:cs typeface="Arial"/>
                    </a:rPr>
                    <a:t>i</a:t>
                  </a:r>
                  <a:r>
                    <a:rPr sz="1379">
                      <a:solidFill>
                        <a:schemeClr val="tx1"/>
                      </a:solidFill>
                      <a:latin typeface="Arial"/>
                      <a:cs typeface="Arial"/>
                    </a:rPr>
                    <a:t>a</a:t>
                  </a:r>
                  <a:endParaRPr lang="en-GB" sz="1379">
                    <a:solidFill>
                      <a:schemeClr val="tx1"/>
                    </a:solidFill>
                    <a:latin typeface="Arial"/>
                    <a:cs typeface="Arial"/>
                  </a:endParaRPr>
                </a:p>
              </p:txBody>
            </p:sp>
            <p:sp>
              <p:nvSpPr>
                <p:cNvPr id="44" name="Freeform 8"/>
                <p:cNvSpPr>
                  <a:spLocks noEditPoints="1"/>
                </p:cNvSpPr>
                <p:nvPr userDrawn="1"/>
              </p:nvSpPr>
              <p:spPr bwMode="auto">
                <a:xfrm>
                  <a:off x="440095" y="5398978"/>
                  <a:ext cx="213703" cy="209287"/>
                </a:xfrm>
                <a:custGeom>
                  <a:avLst/>
                  <a:gdLst>
                    <a:gd name="T0" fmla="*/ 90 w 100"/>
                    <a:gd name="T1" fmla="*/ 81 h 100"/>
                    <a:gd name="T2" fmla="*/ 80 w 100"/>
                    <a:gd name="T3" fmla="*/ 91 h 100"/>
                    <a:gd name="T4" fmla="*/ 19 w 100"/>
                    <a:gd name="T5" fmla="*/ 91 h 100"/>
                    <a:gd name="T6" fmla="*/ 9 w 100"/>
                    <a:gd name="T7" fmla="*/ 81 h 100"/>
                    <a:gd name="T8" fmla="*/ 9 w 100"/>
                    <a:gd name="T9" fmla="*/ 40 h 100"/>
                    <a:gd name="T10" fmla="*/ 24 w 100"/>
                    <a:gd name="T11" fmla="*/ 40 h 100"/>
                    <a:gd name="T12" fmla="*/ 22 w 100"/>
                    <a:gd name="T13" fmla="*/ 50 h 100"/>
                    <a:gd name="T14" fmla="*/ 50 w 100"/>
                    <a:gd name="T15" fmla="*/ 78 h 100"/>
                    <a:gd name="T16" fmla="*/ 77 w 100"/>
                    <a:gd name="T17" fmla="*/ 50 h 100"/>
                    <a:gd name="T18" fmla="*/ 75 w 100"/>
                    <a:gd name="T19" fmla="*/ 40 h 100"/>
                    <a:gd name="T20" fmla="*/ 90 w 100"/>
                    <a:gd name="T21" fmla="*/ 40 h 100"/>
                    <a:gd name="T22" fmla="*/ 90 w 100"/>
                    <a:gd name="T23" fmla="*/ 81 h 100"/>
                    <a:gd name="T24" fmla="*/ 88 w 100"/>
                    <a:gd name="T25" fmla="*/ 29 h 100"/>
                    <a:gd name="T26" fmla="*/ 71 w 100"/>
                    <a:gd name="T27" fmla="*/ 29 h 100"/>
                    <a:gd name="T28" fmla="*/ 71 w 100"/>
                    <a:gd name="T29" fmla="*/ 12 h 100"/>
                    <a:gd name="T30" fmla="*/ 86 w 100"/>
                    <a:gd name="T31" fmla="*/ 12 h 100"/>
                    <a:gd name="T32" fmla="*/ 88 w 100"/>
                    <a:gd name="T33" fmla="*/ 12 h 100"/>
                    <a:gd name="T34" fmla="*/ 88 w 100"/>
                    <a:gd name="T35" fmla="*/ 14 h 100"/>
                    <a:gd name="T36" fmla="*/ 88 w 100"/>
                    <a:gd name="T37" fmla="*/ 29 h 100"/>
                    <a:gd name="T38" fmla="*/ 67 w 100"/>
                    <a:gd name="T39" fmla="*/ 50 h 100"/>
                    <a:gd name="T40" fmla="*/ 50 w 100"/>
                    <a:gd name="T41" fmla="*/ 68 h 100"/>
                    <a:gd name="T42" fmla="*/ 32 w 100"/>
                    <a:gd name="T43" fmla="*/ 50 h 100"/>
                    <a:gd name="T44" fmla="*/ 35 w 100"/>
                    <a:gd name="T45" fmla="*/ 40 h 100"/>
                    <a:gd name="T46" fmla="*/ 50 w 100"/>
                    <a:gd name="T47" fmla="*/ 33 h 100"/>
                    <a:gd name="T48" fmla="*/ 64 w 100"/>
                    <a:gd name="T49" fmla="*/ 40 h 100"/>
                    <a:gd name="T50" fmla="*/ 67 w 100"/>
                    <a:gd name="T51" fmla="*/ 50 h 100"/>
                    <a:gd name="T52" fmla="*/ 100 w 100"/>
                    <a:gd name="T53" fmla="*/ 81 h 100"/>
                    <a:gd name="T54" fmla="*/ 100 w 100"/>
                    <a:gd name="T55" fmla="*/ 40 h 100"/>
                    <a:gd name="T56" fmla="*/ 100 w 100"/>
                    <a:gd name="T57" fmla="*/ 20 h 100"/>
                    <a:gd name="T58" fmla="*/ 80 w 100"/>
                    <a:gd name="T59" fmla="*/ 0 h 100"/>
                    <a:gd name="T60" fmla="*/ 19 w 100"/>
                    <a:gd name="T61" fmla="*/ 0 h 100"/>
                    <a:gd name="T62" fmla="*/ 0 w 100"/>
                    <a:gd name="T63" fmla="*/ 20 h 100"/>
                    <a:gd name="T64" fmla="*/ 0 w 100"/>
                    <a:gd name="T65" fmla="*/ 40 h 100"/>
                    <a:gd name="T66" fmla="*/ 0 w 100"/>
                    <a:gd name="T67" fmla="*/ 81 h 100"/>
                    <a:gd name="T68" fmla="*/ 19 w 100"/>
                    <a:gd name="T69" fmla="*/ 100 h 100"/>
                    <a:gd name="T70" fmla="*/ 80 w 100"/>
                    <a:gd name="T71" fmla="*/ 100 h 100"/>
                    <a:gd name="T72" fmla="*/ 100 w 100"/>
                    <a:gd name="T73" fmla="*/ 8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90" y="81"/>
                      </a:moveTo>
                      <a:cubicBezTo>
                        <a:pt x="90" y="86"/>
                        <a:pt x="85" y="91"/>
                        <a:pt x="80" y="91"/>
                      </a:cubicBezTo>
                      <a:cubicBezTo>
                        <a:pt x="19" y="91"/>
                        <a:pt x="19" y="91"/>
                        <a:pt x="19" y="91"/>
                      </a:cubicBezTo>
                      <a:cubicBezTo>
                        <a:pt x="14" y="91"/>
                        <a:pt x="9" y="86"/>
                        <a:pt x="9" y="81"/>
                      </a:cubicBezTo>
                      <a:cubicBezTo>
                        <a:pt x="9" y="40"/>
                        <a:pt x="9" y="40"/>
                        <a:pt x="9" y="40"/>
                      </a:cubicBezTo>
                      <a:cubicBezTo>
                        <a:pt x="24" y="40"/>
                        <a:pt x="24" y="40"/>
                        <a:pt x="24" y="40"/>
                      </a:cubicBezTo>
                      <a:cubicBezTo>
                        <a:pt x="23" y="43"/>
                        <a:pt x="22" y="47"/>
                        <a:pt x="22" y="50"/>
                      </a:cubicBezTo>
                      <a:cubicBezTo>
                        <a:pt x="22" y="66"/>
                        <a:pt x="34" y="78"/>
                        <a:pt x="50" y="78"/>
                      </a:cubicBezTo>
                      <a:cubicBezTo>
                        <a:pt x="65" y="78"/>
                        <a:pt x="77" y="66"/>
                        <a:pt x="77" y="50"/>
                      </a:cubicBezTo>
                      <a:cubicBezTo>
                        <a:pt x="77" y="47"/>
                        <a:pt x="76" y="43"/>
                        <a:pt x="75" y="40"/>
                      </a:cubicBezTo>
                      <a:cubicBezTo>
                        <a:pt x="90" y="40"/>
                        <a:pt x="90" y="40"/>
                        <a:pt x="90" y="40"/>
                      </a:cubicBezTo>
                      <a:lnTo>
                        <a:pt x="90" y="81"/>
                      </a:lnTo>
                      <a:close/>
                      <a:moveTo>
                        <a:pt x="88" y="29"/>
                      </a:moveTo>
                      <a:cubicBezTo>
                        <a:pt x="71" y="29"/>
                        <a:pt x="71" y="29"/>
                        <a:pt x="71" y="29"/>
                      </a:cubicBezTo>
                      <a:cubicBezTo>
                        <a:pt x="71" y="12"/>
                        <a:pt x="71" y="12"/>
                        <a:pt x="71" y="12"/>
                      </a:cubicBezTo>
                      <a:cubicBezTo>
                        <a:pt x="86" y="12"/>
                        <a:pt x="86" y="12"/>
                        <a:pt x="86" y="12"/>
                      </a:cubicBezTo>
                      <a:cubicBezTo>
                        <a:pt x="88" y="12"/>
                        <a:pt x="88" y="12"/>
                        <a:pt x="88" y="12"/>
                      </a:cubicBezTo>
                      <a:cubicBezTo>
                        <a:pt x="88" y="14"/>
                        <a:pt x="88" y="14"/>
                        <a:pt x="88" y="14"/>
                      </a:cubicBezTo>
                      <a:lnTo>
                        <a:pt x="88" y="29"/>
                      </a:lnTo>
                      <a:close/>
                      <a:moveTo>
                        <a:pt x="67" y="50"/>
                      </a:moveTo>
                      <a:cubicBezTo>
                        <a:pt x="67" y="60"/>
                        <a:pt x="59" y="68"/>
                        <a:pt x="50" y="68"/>
                      </a:cubicBezTo>
                      <a:cubicBezTo>
                        <a:pt x="40" y="68"/>
                        <a:pt x="32" y="60"/>
                        <a:pt x="32" y="50"/>
                      </a:cubicBezTo>
                      <a:cubicBezTo>
                        <a:pt x="32" y="47"/>
                        <a:pt x="33" y="43"/>
                        <a:pt x="35" y="40"/>
                      </a:cubicBezTo>
                      <a:cubicBezTo>
                        <a:pt x="38" y="36"/>
                        <a:pt x="44" y="33"/>
                        <a:pt x="50" y="33"/>
                      </a:cubicBezTo>
                      <a:cubicBezTo>
                        <a:pt x="55" y="33"/>
                        <a:pt x="61" y="36"/>
                        <a:pt x="64" y="40"/>
                      </a:cubicBezTo>
                      <a:cubicBezTo>
                        <a:pt x="66" y="43"/>
                        <a:pt x="67" y="47"/>
                        <a:pt x="67" y="50"/>
                      </a:cubicBezTo>
                      <a:moveTo>
                        <a:pt x="100" y="81"/>
                      </a:moveTo>
                      <a:cubicBezTo>
                        <a:pt x="100" y="40"/>
                        <a:pt x="100" y="40"/>
                        <a:pt x="100" y="40"/>
                      </a:cubicBezTo>
                      <a:cubicBezTo>
                        <a:pt x="100" y="20"/>
                        <a:pt x="100" y="20"/>
                        <a:pt x="100" y="20"/>
                      </a:cubicBezTo>
                      <a:cubicBezTo>
                        <a:pt x="100" y="9"/>
                        <a:pt x="91" y="0"/>
                        <a:pt x="80" y="0"/>
                      </a:cubicBezTo>
                      <a:cubicBezTo>
                        <a:pt x="19" y="0"/>
                        <a:pt x="19" y="0"/>
                        <a:pt x="19" y="0"/>
                      </a:cubicBezTo>
                      <a:cubicBezTo>
                        <a:pt x="8" y="0"/>
                        <a:pt x="0" y="9"/>
                        <a:pt x="0" y="20"/>
                      </a:cubicBezTo>
                      <a:cubicBezTo>
                        <a:pt x="0" y="40"/>
                        <a:pt x="0" y="40"/>
                        <a:pt x="0" y="40"/>
                      </a:cubicBezTo>
                      <a:cubicBezTo>
                        <a:pt x="0" y="81"/>
                        <a:pt x="0" y="81"/>
                        <a:pt x="0" y="81"/>
                      </a:cubicBezTo>
                      <a:cubicBezTo>
                        <a:pt x="0" y="92"/>
                        <a:pt x="8" y="100"/>
                        <a:pt x="19" y="100"/>
                      </a:cubicBezTo>
                      <a:cubicBezTo>
                        <a:pt x="80" y="100"/>
                        <a:pt x="80" y="100"/>
                        <a:pt x="80" y="100"/>
                      </a:cubicBezTo>
                      <a:cubicBezTo>
                        <a:pt x="91" y="100"/>
                        <a:pt x="100" y="92"/>
                        <a:pt x="100" y="81"/>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grpSp>
          <p:pic>
            <p:nvPicPr>
              <p:cNvPr id="11" name="Picture 10"/>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9393214" y="5725186"/>
                <a:ext cx="232050" cy="232050"/>
              </a:xfrm>
              <a:prstGeom prst="rect">
                <a:avLst/>
              </a:prstGeom>
            </p:spPr>
          </p:pic>
          <p:sp>
            <p:nvSpPr>
              <p:cNvPr id="46" name="object 61"/>
              <p:cNvSpPr txBox="1"/>
              <p:nvPr userDrawn="1"/>
            </p:nvSpPr>
            <p:spPr>
              <a:xfrm>
                <a:off x="9847636" y="5698550"/>
                <a:ext cx="2049457" cy="380428"/>
              </a:xfrm>
              <a:prstGeom prst="rect">
                <a:avLst/>
              </a:prstGeom>
            </p:spPr>
            <p:txBody>
              <a:bodyPr vert="horz" wrap="square" lIns="0" tIns="0" rIns="0" bIns="0" rtlCol="0">
                <a:noAutofit/>
              </a:bodyPr>
              <a:lstStyle/>
              <a:p>
                <a:pPr marL="8342" marR="3337">
                  <a:lnSpc>
                    <a:spcPct val="138900"/>
                  </a:lnSpc>
                </a:pPr>
                <a:r>
                  <a:rPr lang="en-GB" sz="1379" kern="1200" spc="-11" err="1">
                    <a:solidFill>
                      <a:schemeClr val="tx1"/>
                    </a:solidFill>
                    <a:latin typeface="Arial"/>
                    <a:ea typeface="+mn-ea"/>
                    <a:cs typeface="Arial"/>
                  </a:rPr>
                  <a:t>KantarMediaGlobal</a:t>
                </a:r>
                <a:endParaRPr lang="en-GB" sz="1379" kern="1200" spc="-11">
                  <a:solidFill>
                    <a:schemeClr val="tx1"/>
                  </a:solidFill>
                  <a:latin typeface="Arial"/>
                  <a:ea typeface="+mn-ea"/>
                  <a:cs typeface="Arial"/>
                </a:endParaRPr>
              </a:p>
            </p:txBody>
          </p:sp>
        </p:grpSp>
      </p:grpSp>
    </p:spTree>
    <p:extLst>
      <p:ext uri="{BB962C8B-B14F-4D97-AF65-F5344CB8AC3E}">
        <p14:creationId xmlns:p14="http://schemas.microsoft.com/office/powerpoint/2010/main" val="4067200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itle only - no sub heading">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359999" y="430717"/>
            <a:ext cx="11466875" cy="404119"/>
          </a:xfrm>
          <a:prstGeom prst="rect">
            <a:avLst/>
          </a:prstGeom>
        </p:spPr>
        <p:txBody>
          <a:bodyPr vert="horz" lIns="0" tIns="0" rIns="0" bIns="0" rtlCol="0" anchor="t">
            <a:noAutofit/>
          </a:bodyPr>
          <a:lstStyle>
            <a:lvl1pPr>
              <a:defRPr/>
            </a:lvl1pPr>
          </a:lstStyle>
          <a:p>
            <a:r>
              <a:rPr lang="en-GB"/>
              <a:t>Click to edit master title style</a:t>
            </a:r>
          </a:p>
        </p:txBody>
      </p:sp>
      <p:sp>
        <p:nvSpPr>
          <p:cNvPr id="11"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
        <p:nvSpPr>
          <p:cNvPr id="9" name="Text Placeholder 17"/>
          <p:cNvSpPr>
            <a:spLocks noGrp="1"/>
          </p:cNvSpPr>
          <p:nvPr>
            <p:ph type="body" sz="quarter" idx="18" hasCustomPrompt="1"/>
          </p:nvPr>
        </p:nvSpPr>
        <p:spPr>
          <a:xfrm>
            <a:off x="6096000" y="6393509"/>
            <a:ext cx="4670778"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Tree>
    <p:extLst>
      <p:ext uri="{BB962C8B-B14F-4D97-AF65-F5344CB8AC3E}">
        <p14:creationId xmlns:p14="http://schemas.microsoft.com/office/powerpoint/2010/main" val="231854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371475" y="257174"/>
            <a:ext cx="9144000" cy="1047751"/>
          </a:xfrm>
          <a:prstGeom prst="rect">
            <a:avLst/>
          </a:prstGeom>
        </p:spPr>
        <p:txBody>
          <a:bodyPr lIns="0" tIns="0" rIns="0" bIns="180000" anchor="b"/>
          <a:lstStyle>
            <a:lvl1pPr algn="l">
              <a:defRPr lang="pt-BR" sz="3300" b="0" i="0" kern="1200" dirty="0">
                <a:solidFill>
                  <a:srgbClr val="8A8A89"/>
                </a:solidFill>
                <a:latin typeface="Arial" charset="0"/>
                <a:ea typeface="Arial" charset="0"/>
                <a:cs typeface="Arial" charset="0"/>
              </a:defRPr>
            </a:lvl1pPr>
          </a:lstStyle>
          <a:p>
            <a:r>
              <a:rPr lang="pt-BR"/>
              <a:t>Clique para editar estilo do título mestre</a:t>
            </a:r>
          </a:p>
        </p:txBody>
      </p:sp>
      <p:sp>
        <p:nvSpPr>
          <p:cNvPr id="3" name="Subtítulo 2"/>
          <p:cNvSpPr>
            <a:spLocks noGrp="1"/>
          </p:cNvSpPr>
          <p:nvPr>
            <p:ph type="subTitle" idx="1"/>
          </p:nvPr>
        </p:nvSpPr>
        <p:spPr>
          <a:xfrm>
            <a:off x="371475" y="1304924"/>
            <a:ext cx="5297805" cy="294953"/>
          </a:xfrm>
          <a:prstGeom prst="rect">
            <a:avLst/>
          </a:prstGeom>
        </p:spPr>
        <p:txBody>
          <a:bodyPr wrap="square" lIns="0" tIns="0" rIns="0" bIns="0">
            <a:spAutoFit/>
          </a:bodyPr>
          <a:lstStyle>
            <a:lvl1pPr marL="0" indent="0" algn="l">
              <a:lnSpc>
                <a:spcPts val="2300"/>
              </a:lnSpc>
              <a:buNone/>
              <a:defRPr lang="pt-BR" sz="1700" kern="1200">
                <a:solidFill>
                  <a:srgbClr val="4D4D4C"/>
                </a:solidFill>
                <a:latin typeface="Arial" charset="0"/>
                <a:ea typeface="Arial" charset="0"/>
                <a:cs typeface="Arial"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5" name="Espaço Reservado para Texto 10"/>
          <p:cNvSpPr>
            <a:spLocks noGrp="1"/>
          </p:cNvSpPr>
          <p:nvPr>
            <p:ph type="body" sz="quarter" idx="12"/>
          </p:nvPr>
        </p:nvSpPr>
        <p:spPr>
          <a:xfrm>
            <a:off x="6254368" y="1304925"/>
            <a:ext cx="5193919" cy="706755"/>
          </a:xfrm>
          <a:prstGeom prst="rect">
            <a:avLst/>
          </a:prstGeom>
        </p:spPr>
        <p:txBody>
          <a:bodyPr/>
          <a:lstStyle>
            <a:lvl1pPr marL="0" indent="0">
              <a:buNone/>
              <a:defRPr lang="pt-BR" sz="1500" b="1" i="0" u="none" strike="noStrike" kern="1200" spc="0" baseline="0" dirty="0">
                <a:solidFill>
                  <a:srgbClr val="8A8A89"/>
                </a:solidFill>
                <a:latin typeface="Arial" charset="0"/>
                <a:ea typeface="Arial" charset="0"/>
                <a:cs typeface="Arial" charset="0"/>
              </a:defRPr>
            </a:lvl1pPr>
          </a:lstStyle>
          <a:p>
            <a:pPr lvl="0"/>
            <a:r>
              <a:rPr lang="pt-BR"/>
              <a:t>Clique para editar os estilos de texto mestres</a:t>
            </a:r>
          </a:p>
        </p:txBody>
      </p:sp>
    </p:spTree>
    <p:extLst>
      <p:ext uri="{BB962C8B-B14F-4D97-AF65-F5344CB8AC3E}">
        <p14:creationId xmlns:p14="http://schemas.microsoft.com/office/powerpoint/2010/main" val="3841664358"/>
      </p:ext>
    </p:extLst>
  </p:cSld>
  <p:clrMapOvr>
    <a:masterClrMapping/>
  </p:clrMapOvr>
  <p:extLst>
    <p:ext uri="{DCECCB84-F9BA-43D5-87BE-67443E8EF086}">
      <p15:sldGuideLst xmlns:p15="http://schemas.microsoft.com/office/powerpoint/2012/main">
        <p15:guide id="2" orient="horz" pos="82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1_Section header (black)">
    <p:bg>
      <p:bgPr>
        <a:solidFill>
          <a:srgbClr val="000000"/>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5" hasCustomPrompt="1"/>
          </p:nvPr>
        </p:nvSpPr>
        <p:spPr>
          <a:xfrm>
            <a:off x="359998" y="2984855"/>
            <a:ext cx="11468465" cy="1585557"/>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bg1"/>
                </a:solidFill>
              </a:defRPr>
            </a:lvl2pPr>
          </a:lstStyle>
          <a:p>
            <a:pPr lvl="0"/>
            <a:r>
              <a:rPr lang="en-GB"/>
              <a:t>Click to edit master text styles</a:t>
            </a:r>
          </a:p>
          <a:p>
            <a:pPr lvl="1"/>
            <a:r>
              <a:rPr lang="en-GB"/>
              <a:t>Second level</a:t>
            </a:r>
          </a:p>
        </p:txBody>
      </p:sp>
      <p:sp>
        <p:nvSpPr>
          <p:cNvPr id="7" name="Text Placeholder 2"/>
          <p:cNvSpPr>
            <a:spLocks noGrp="1"/>
          </p:cNvSpPr>
          <p:nvPr>
            <p:ph type="body" sz="quarter" idx="16" hasCustomPrompt="1"/>
          </p:nvPr>
        </p:nvSpPr>
        <p:spPr>
          <a:xfrm>
            <a:off x="360363" y="2564672"/>
            <a:ext cx="976312" cy="411163"/>
          </a:xfrm>
          <a:prstGeom prst="rect">
            <a:avLst/>
          </a:prstGeom>
        </p:spPr>
        <p:txBody>
          <a:bodyPr anchor="t"/>
          <a:lstStyle>
            <a:lvl1pPr algn="l">
              <a:spcBef>
                <a:spcPts val="200"/>
              </a:spcBef>
              <a:defRPr sz="2400" b="1">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1328349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1_Section header (white)">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hasCustomPrompt="1"/>
          </p:nvPr>
        </p:nvSpPr>
        <p:spPr>
          <a:xfrm>
            <a:off x="360362" y="2984855"/>
            <a:ext cx="11466511" cy="1585557"/>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en-GB"/>
              <a:t>Click to edit master text styles</a:t>
            </a:r>
          </a:p>
          <a:p>
            <a:pPr lvl="1"/>
            <a:r>
              <a:rPr lang="en-GB"/>
              <a:t>Second level</a:t>
            </a:r>
          </a:p>
        </p:txBody>
      </p:sp>
      <p:sp>
        <p:nvSpPr>
          <p:cNvPr id="5" name="Text Placeholder 2"/>
          <p:cNvSpPr>
            <a:spLocks noGrp="1"/>
          </p:cNvSpPr>
          <p:nvPr>
            <p:ph type="body" sz="quarter" idx="16" hasCustomPrompt="1"/>
          </p:nvPr>
        </p:nvSpPr>
        <p:spPr>
          <a:xfrm>
            <a:off x="359999" y="2564672"/>
            <a:ext cx="976676" cy="411163"/>
          </a:xfrm>
          <a:prstGeom prst="rect">
            <a:avLst/>
          </a:prstGeom>
        </p:spPr>
        <p:txBody>
          <a:bodyPr anchor="t"/>
          <a:lstStyle>
            <a:lvl1pPr algn="l">
              <a:spcBef>
                <a:spcPts val="200"/>
              </a:spcBef>
              <a:defRPr sz="2400" b="1">
                <a:solidFill>
                  <a:schemeClr val="tx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196303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360363" y="1708150"/>
            <a:ext cx="11466511" cy="4018119"/>
          </a:xfrm>
          <a:prstGeom prst="rect">
            <a:avLst/>
          </a:prstGeom>
        </p:spPr>
        <p:txBody>
          <a:bodyPr>
            <a:noAutofit/>
          </a:bodyPr>
          <a:lstStyle>
            <a:lvl1pPr>
              <a:defRPr sz="1400">
                <a:solidFill>
                  <a:schemeClr val="tx1"/>
                </a:solidFill>
              </a:defRPr>
            </a:lvl1pPr>
            <a:lvl2pPr>
              <a:spcBef>
                <a:spcPts val="600"/>
              </a:spcBef>
              <a:defRPr sz="1400">
                <a:solidFill>
                  <a:schemeClr val="tx1"/>
                </a:solidFill>
              </a:defRPr>
            </a:lvl2pPr>
            <a:lvl3pPr>
              <a:spcBef>
                <a:spcPts val="600"/>
              </a:spcBef>
              <a:defRPr sz="1400">
                <a:solidFill>
                  <a:schemeClr val="tx1"/>
                </a:solidFill>
              </a:defRPr>
            </a:lvl3pPr>
            <a:lvl4pPr>
              <a:spcBef>
                <a:spcPts val="600"/>
              </a:spcBef>
              <a:defRPr sz="1400">
                <a:solidFill>
                  <a:schemeClr val="tx1"/>
                </a:solidFill>
              </a:defRPr>
            </a:lvl4pPr>
            <a:lvl5pPr>
              <a:spcBef>
                <a:spcPts val="600"/>
              </a:spcBef>
              <a:defRPr sz="14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17"/>
          <p:cNvSpPr>
            <a:spLocks noGrp="1"/>
          </p:cNvSpPr>
          <p:nvPr>
            <p:ph type="body" sz="quarter" idx="15" hasCustomPrompt="1"/>
          </p:nvPr>
        </p:nvSpPr>
        <p:spPr>
          <a:xfrm>
            <a:off x="6096000" y="6393509"/>
            <a:ext cx="4670779" cy="197792"/>
          </a:xfrm>
          <a:prstGeom prst="rect">
            <a:avLst/>
          </a:prstGeom>
        </p:spPr>
        <p:txBody>
          <a:bodyPr anchor="ctr">
            <a:noAutofit/>
          </a:bodyPr>
          <a:lstStyle>
            <a:lvl1pPr>
              <a:spcBef>
                <a:spcPts val="600"/>
              </a:spcBef>
              <a:defRPr sz="800">
                <a:solidFill>
                  <a:schemeClr val="tx1"/>
                </a:solidFill>
              </a:defRPr>
            </a:lvl1pPr>
          </a:lstStyle>
          <a:p>
            <a:pPr lvl="0"/>
            <a:r>
              <a:rPr lang="en-US"/>
              <a:t>Click to add footer text</a:t>
            </a:r>
          </a:p>
        </p:txBody>
      </p:sp>
      <p:sp>
        <p:nvSpPr>
          <p:cNvPr id="11" name="Title Placeholder 1"/>
          <p:cNvSpPr>
            <a:spLocks noGrp="1"/>
          </p:cNvSpPr>
          <p:nvPr>
            <p:ph type="title"/>
          </p:nvPr>
        </p:nvSpPr>
        <p:spPr>
          <a:xfrm>
            <a:off x="360000" y="430718"/>
            <a:ext cx="11466875" cy="404119"/>
          </a:xfrm>
          <a:prstGeom prst="rect">
            <a:avLst/>
          </a:prstGeom>
        </p:spPr>
        <p:txBody>
          <a:bodyPr vert="horz" lIns="0" tIns="0" rIns="0" bIns="0" rtlCol="0" anchor="t">
            <a:noAutofit/>
          </a:bodyPr>
          <a:lstStyle/>
          <a:p>
            <a:r>
              <a:rPr lang="en-US"/>
              <a:t>Click to edit Master title style</a:t>
            </a:r>
            <a:endParaRPr lang="en-GB"/>
          </a:p>
        </p:txBody>
      </p:sp>
      <p:sp>
        <p:nvSpPr>
          <p:cNvPr id="14" name="Text Placeholder 2"/>
          <p:cNvSpPr>
            <a:spLocks noGrp="1"/>
          </p:cNvSpPr>
          <p:nvPr>
            <p:ph type="body" sz="quarter" idx="16"/>
          </p:nvPr>
        </p:nvSpPr>
        <p:spPr>
          <a:xfrm>
            <a:off x="357189" y="909636"/>
            <a:ext cx="11477331" cy="396875"/>
          </a:xfrm>
          <a:prstGeom prst="rect">
            <a:avLst/>
          </a:prstGeom>
        </p:spPr>
        <p:txBody>
          <a:bodyPr/>
          <a:lstStyle>
            <a:lvl1pPr>
              <a:defRPr sz="1800"/>
            </a:lvl1pPr>
          </a:lstStyle>
          <a:p>
            <a:pPr lvl="0"/>
            <a:r>
              <a:rPr lang="en-US"/>
              <a:t>Edit Master text styles</a:t>
            </a:r>
          </a:p>
        </p:txBody>
      </p:sp>
      <p:sp>
        <p:nvSpPr>
          <p:cNvPr id="15" name="Slide Number Placeholder 5"/>
          <p:cNvSpPr>
            <a:spLocks noGrp="1"/>
          </p:cNvSpPr>
          <p:nvPr>
            <p:ph type="sldNum" sz="quarter" idx="4"/>
          </p:nvPr>
        </p:nvSpPr>
        <p:spPr>
          <a:xfrm>
            <a:off x="10856913" y="6394275"/>
            <a:ext cx="969963" cy="196851"/>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spTree>
    <p:extLst>
      <p:ext uri="{BB962C8B-B14F-4D97-AF65-F5344CB8AC3E}">
        <p14:creationId xmlns:p14="http://schemas.microsoft.com/office/powerpoint/2010/main" val="247387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ayout Personalizado">
    <p:bg>
      <p:bgPr>
        <a:solidFill>
          <a:srgbClr val="000000"/>
        </a:solidFill>
        <a:effectLst/>
      </p:bgPr>
    </p:bg>
    <p:spTree>
      <p:nvGrpSpPr>
        <p:cNvPr id="1" name=""/>
        <p:cNvGrpSpPr/>
        <p:nvPr/>
      </p:nvGrpSpPr>
      <p:grpSpPr>
        <a:xfrm>
          <a:off x="0" y="0"/>
          <a:ext cx="0" cy="0"/>
          <a:chOff x="0" y="0"/>
          <a:chExt cx="0" cy="0"/>
        </a:xfrm>
      </p:grpSpPr>
      <p:sp>
        <p:nvSpPr>
          <p:cNvPr id="3" name="Espaço Reservado para Número de Slide 2">
            <a:extLst>
              <a:ext uri="{FF2B5EF4-FFF2-40B4-BE49-F238E27FC236}">
                <a16:creationId xmlns:a16="http://schemas.microsoft.com/office/drawing/2014/main" id="{B5F819CA-D08F-C342-8F63-C5AA97EE182D}"/>
              </a:ext>
            </a:extLst>
          </p:cNvPr>
          <p:cNvSpPr>
            <a:spLocks noGrp="1"/>
          </p:cNvSpPr>
          <p:nvPr>
            <p:ph type="sldNum" sz="quarter" idx="10"/>
          </p:nvPr>
        </p:nvSpPr>
        <p:spPr/>
        <p:txBody>
          <a:bodyPr/>
          <a:lstStyle>
            <a:lvl1pPr>
              <a:defRPr>
                <a:solidFill>
                  <a:schemeClr val="bg1"/>
                </a:solidFill>
              </a:defRPr>
            </a:lvl1pPr>
          </a:lstStyle>
          <a:p>
            <a:fld id="{4034BEE3-566C-4068-A777-C3A4762E861B}" type="slidenum">
              <a:rPr lang="en-GB" smtClean="0"/>
              <a:pPr/>
              <a:t>‹nº›</a:t>
            </a:fld>
            <a:endParaRPr lang="en-GB"/>
          </a:p>
        </p:txBody>
      </p:sp>
      <p:sp>
        <p:nvSpPr>
          <p:cNvPr id="6" name="Title Placeholder 1">
            <a:extLst>
              <a:ext uri="{FF2B5EF4-FFF2-40B4-BE49-F238E27FC236}">
                <a16:creationId xmlns:a16="http://schemas.microsoft.com/office/drawing/2014/main" id="{50F5A78A-A78F-614F-8428-71D590BBCF41}"/>
              </a:ext>
            </a:extLst>
          </p:cNvPr>
          <p:cNvSpPr>
            <a:spLocks noGrp="1"/>
          </p:cNvSpPr>
          <p:nvPr>
            <p:ph type="title"/>
          </p:nvPr>
        </p:nvSpPr>
        <p:spPr>
          <a:xfrm>
            <a:off x="361950" y="428625"/>
            <a:ext cx="5641975" cy="704346"/>
          </a:xfrm>
          <a:prstGeom prst="rect">
            <a:avLst/>
          </a:prstGeom>
          <a:noFill/>
        </p:spPr>
        <p:txBody>
          <a:bodyPr vert="horz" lIns="0" tIns="0" rIns="0" bIns="0" rtlCol="0" anchor="t">
            <a:noAutofit/>
          </a:bodyPr>
          <a:lstStyle>
            <a:lvl1pPr>
              <a:lnSpc>
                <a:spcPts val="4000"/>
              </a:lnSpc>
              <a:spcBef>
                <a:spcPts val="0"/>
              </a:spcBef>
              <a:defRPr sz="4000" b="0" i="0" cap="none" baseline="0">
                <a:solidFill>
                  <a:schemeClr val="bg1"/>
                </a:solidFill>
                <a:latin typeface="Kantar Brown" panose="020B0504020101010102" pitchFamily="34" charset="77"/>
                <a:cs typeface="Kantar Brown" panose="020B0504020101010102" pitchFamily="34" charset="77"/>
              </a:defRPr>
            </a:lvl1pPr>
          </a:lstStyle>
          <a:p>
            <a:r>
              <a:rPr lang="pt-BR"/>
              <a:t>Clique para editar o título Mestre</a:t>
            </a:r>
            <a:endParaRPr lang="en-GB"/>
          </a:p>
        </p:txBody>
      </p:sp>
      <p:sp>
        <p:nvSpPr>
          <p:cNvPr id="7" name="Espaço Reservado para Texto 6">
            <a:extLst>
              <a:ext uri="{FF2B5EF4-FFF2-40B4-BE49-F238E27FC236}">
                <a16:creationId xmlns:a16="http://schemas.microsoft.com/office/drawing/2014/main" id="{A21B488D-B979-E041-A1FC-8E5BC0B8261B}"/>
              </a:ext>
            </a:extLst>
          </p:cNvPr>
          <p:cNvSpPr>
            <a:spLocks noGrp="1"/>
          </p:cNvSpPr>
          <p:nvPr>
            <p:ph type="body" sz="quarter" idx="12"/>
          </p:nvPr>
        </p:nvSpPr>
        <p:spPr>
          <a:xfrm>
            <a:off x="361950" y="2997454"/>
            <a:ext cx="4540250" cy="2489200"/>
          </a:xfrm>
          <a:prstGeom prst="rect">
            <a:avLst/>
          </a:prstGeom>
          <a:noFill/>
        </p:spPr>
        <p:txBody>
          <a:bodyPr lIns="0" tIns="0" rIns="0" bIns="0"/>
          <a:lstStyle>
            <a:lvl1pPr>
              <a:spcBef>
                <a:spcPts val="0"/>
              </a:spcBef>
              <a:spcAft>
                <a:spcPts val="1200"/>
              </a:spcAft>
              <a:defRPr sz="1400" b="0" i="0">
                <a:solidFill>
                  <a:schemeClr val="bg1"/>
                </a:solidFill>
                <a:latin typeface="Kantar Brown Light" panose="020B0404020101010102" pitchFamily="34" charset="77"/>
                <a:cs typeface="Kantar Brown Light" panose="020B0404020101010102" pitchFamily="34" charset="77"/>
              </a:defRPr>
            </a:lvl1pPr>
            <a:lvl2pPr>
              <a:spcBef>
                <a:spcPts val="0"/>
              </a:spcBef>
              <a:spcAft>
                <a:spcPts val="1200"/>
              </a:spcAft>
              <a:defRPr sz="1400" b="0" i="0">
                <a:solidFill>
                  <a:schemeClr val="bg1"/>
                </a:solidFill>
                <a:latin typeface="Kantar Brown Light" panose="020B0404020101010102" pitchFamily="34" charset="77"/>
                <a:cs typeface="Kantar Brown Light" panose="020B0404020101010102" pitchFamily="34" charset="77"/>
              </a:defRPr>
            </a:lvl2pPr>
            <a:lvl3pPr>
              <a:spcBef>
                <a:spcPts val="0"/>
              </a:spcBef>
              <a:spcAft>
                <a:spcPts val="1200"/>
              </a:spcAft>
              <a:defRPr sz="1400" b="0" i="0">
                <a:solidFill>
                  <a:schemeClr val="bg1"/>
                </a:solidFill>
                <a:latin typeface="Kantar Brown Light" panose="020B0404020101010102" pitchFamily="34" charset="77"/>
                <a:cs typeface="Kantar Brown Light" panose="020B0404020101010102" pitchFamily="34" charset="77"/>
              </a:defRPr>
            </a:lvl3pPr>
            <a:lvl4pPr>
              <a:spcBef>
                <a:spcPts val="0"/>
              </a:spcBef>
              <a:spcAft>
                <a:spcPts val="1200"/>
              </a:spcAft>
              <a:defRPr sz="1400" b="0" i="0">
                <a:solidFill>
                  <a:schemeClr val="bg1"/>
                </a:solidFill>
                <a:latin typeface="Kantar Brown Light" panose="020B0404020101010102" pitchFamily="34" charset="77"/>
                <a:cs typeface="Kantar Brown Light" panose="020B0404020101010102" pitchFamily="34" charset="77"/>
              </a:defRPr>
            </a:lvl4pPr>
            <a:lvl5pPr>
              <a:spcBef>
                <a:spcPts val="0"/>
              </a:spcBef>
              <a:spcAft>
                <a:spcPts val="1200"/>
              </a:spcAft>
              <a:defRPr sz="1400" b="0" i="0">
                <a:solidFill>
                  <a:schemeClr val="bg1"/>
                </a:solidFill>
                <a:latin typeface="Kantar Brown Light" panose="020B0404020101010102" pitchFamily="34" charset="77"/>
                <a:cs typeface="Kantar Brown Light" panose="020B0404020101010102" pitchFamily="34" charset="77"/>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9" name="Text Placeholder 7">
            <a:extLst>
              <a:ext uri="{FF2B5EF4-FFF2-40B4-BE49-F238E27FC236}">
                <a16:creationId xmlns:a16="http://schemas.microsoft.com/office/drawing/2014/main" id="{F8C63254-8BC2-974F-92F3-A14A06C27B35}"/>
              </a:ext>
            </a:extLst>
          </p:cNvPr>
          <p:cNvSpPr>
            <a:spLocks noGrp="1"/>
          </p:cNvSpPr>
          <p:nvPr>
            <p:ph type="body" sz="quarter" idx="14" hasCustomPrompt="1"/>
          </p:nvPr>
        </p:nvSpPr>
        <p:spPr>
          <a:xfrm>
            <a:off x="360363" y="1719447"/>
            <a:ext cx="11466000" cy="396000"/>
          </a:xfrm>
          <a:noFill/>
        </p:spPr>
        <p:txBody>
          <a:bodyPr/>
          <a:lstStyle>
            <a:lvl1pPr>
              <a:spcBef>
                <a:spcPts val="600"/>
              </a:spcBef>
              <a:defRPr sz="1800" b="0" i="0">
                <a:solidFill>
                  <a:schemeClr val="bg1"/>
                </a:solidFill>
                <a:latin typeface="Kantar Brown Light" panose="020B0404020101010102" pitchFamily="34" charset="77"/>
                <a:cs typeface="Kantar Brown Light" panose="020B0404020101010102" pitchFamily="34" charset="77"/>
              </a:defRPr>
            </a:lvl1pPr>
          </a:lstStyle>
          <a:p>
            <a:pPr lvl="0"/>
            <a:r>
              <a:rPr lang="en-US"/>
              <a:t>Click to add subtitle</a:t>
            </a:r>
            <a:endParaRPr lang="en-GB"/>
          </a:p>
        </p:txBody>
      </p:sp>
      <p:sp>
        <p:nvSpPr>
          <p:cNvPr id="13" name="Espaço Reservado para Rodapé 3">
            <a:extLst>
              <a:ext uri="{FF2B5EF4-FFF2-40B4-BE49-F238E27FC236}">
                <a16:creationId xmlns:a16="http://schemas.microsoft.com/office/drawing/2014/main" id="{F8596376-F9D0-914F-8794-0E2CD11F12FA}"/>
              </a:ext>
            </a:extLst>
          </p:cNvPr>
          <p:cNvSpPr>
            <a:spLocks noGrp="1"/>
          </p:cNvSpPr>
          <p:nvPr>
            <p:ph type="ftr" sz="quarter" idx="3"/>
          </p:nvPr>
        </p:nvSpPr>
        <p:spPr>
          <a:xfrm>
            <a:off x="4248530" y="6390000"/>
            <a:ext cx="6519069" cy="195223"/>
          </a:xfrm>
          <a:prstGeom prst="rect">
            <a:avLst/>
          </a:prstGeom>
        </p:spPr>
        <p:txBody>
          <a:bodyPr lIns="36000" tIns="0" rIns="36000" bIns="0"/>
          <a:lstStyle>
            <a:lvl1pPr>
              <a:defRPr sz="1000" b="0" i="0">
                <a:solidFill>
                  <a:schemeClr val="bg1"/>
                </a:solidFill>
                <a:latin typeface="Kantar Brown Light" panose="020B0404020101010102" pitchFamily="34" charset="77"/>
                <a:cs typeface="Kantar Brown Light" panose="020B0404020101010102" pitchFamily="34" charset="77"/>
              </a:defRPr>
            </a:lvl1pPr>
          </a:lstStyle>
          <a:p>
            <a:endParaRPr lang="en-GB">
              <a:solidFill>
                <a:schemeClr val="bg1"/>
              </a:solidFill>
            </a:endParaRPr>
          </a:p>
        </p:txBody>
      </p:sp>
    </p:spTree>
    <p:extLst>
      <p:ext uri="{BB962C8B-B14F-4D97-AF65-F5344CB8AC3E}">
        <p14:creationId xmlns:p14="http://schemas.microsoft.com/office/powerpoint/2010/main" val="3035958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Layout Personalizado">
    <p:bg>
      <p:bgPr>
        <a:solidFill>
          <a:srgbClr val="000000"/>
        </a:solidFill>
        <a:effectLst/>
      </p:bgPr>
    </p:bg>
    <p:spTree>
      <p:nvGrpSpPr>
        <p:cNvPr id="1" name=""/>
        <p:cNvGrpSpPr/>
        <p:nvPr/>
      </p:nvGrpSpPr>
      <p:grpSpPr>
        <a:xfrm>
          <a:off x="0" y="0"/>
          <a:ext cx="0" cy="0"/>
          <a:chOff x="0" y="0"/>
          <a:chExt cx="0" cy="0"/>
        </a:xfrm>
      </p:grpSpPr>
      <p:sp>
        <p:nvSpPr>
          <p:cNvPr id="3" name="Espaço Reservado para Número de Slide 2">
            <a:extLst>
              <a:ext uri="{FF2B5EF4-FFF2-40B4-BE49-F238E27FC236}">
                <a16:creationId xmlns:a16="http://schemas.microsoft.com/office/drawing/2014/main" id="{3893C264-DE82-1C47-9500-AF2BB81243B1}"/>
              </a:ext>
            </a:extLst>
          </p:cNvPr>
          <p:cNvSpPr>
            <a:spLocks noGrp="1"/>
          </p:cNvSpPr>
          <p:nvPr>
            <p:ph type="sldNum" sz="quarter" idx="10"/>
          </p:nvPr>
        </p:nvSpPr>
        <p:spPr/>
        <p:txBody>
          <a:bodyPr/>
          <a:lstStyle>
            <a:lvl1pPr>
              <a:defRPr>
                <a:solidFill>
                  <a:schemeClr val="bg1"/>
                </a:solidFill>
              </a:defRPr>
            </a:lvl1pPr>
          </a:lstStyle>
          <a:p>
            <a:fld id="{4034BEE3-566C-4068-A777-C3A4762E861B}" type="slidenum">
              <a:rPr lang="en-GB" smtClean="0"/>
              <a:pPr/>
              <a:t>‹nº›</a:t>
            </a:fld>
            <a:endParaRPr lang="en-GB"/>
          </a:p>
        </p:txBody>
      </p:sp>
      <p:sp>
        <p:nvSpPr>
          <p:cNvPr id="4" name="Title 1">
            <a:extLst>
              <a:ext uri="{FF2B5EF4-FFF2-40B4-BE49-F238E27FC236}">
                <a16:creationId xmlns:a16="http://schemas.microsoft.com/office/drawing/2014/main" id="{A1457634-B7F2-7F46-B68B-2D9B989CE648}"/>
              </a:ext>
            </a:extLst>
          </p:cNvPr>
          <p:cNvSpPr>
            <a:spLocks noGrp="1"/>
          </p:cNvSpPr>
          <p:nvPr>
            <p:ph type="title" hasCustomPrompt="1"/>
          </p:nvPr>
        </p:nvSpPr>
        <p:spPr>
          <a:xfrm>
            <a:off x="359999" y="430718"/>
            <a:ext cx="5643925" cy="403200"/>
          </a:xfrm>
        </p:spPr>
        <p:txBody>
          <a:bodyPr/>
          <a:lstStyle>
            <a:lvl1pPr>
              <a:defRPr>
                <a:solidFill>
                  <a:schemeClr val="bg1"/>
                </a:solidFill>
              </a:defRPr>
            </a:lvl1pPr>
          </a:lstStyle>
          <a:p>
            <a:r>
              <a:rPr lang="en-US"/>
              <a:t>Click to add title</a:t>
            </a:r>
            <a:endParaRPr lang="en-GB"/>
          </a:p>
        </p:txBody>
      </p:sp>
      <p:sp>
        <p:nvSpPr>
          <p:cNvPr id="5" name="Text Placeholder 7">
            <a:extLst>
              <a:ext uri="{FF2B5EF4-FFF2-40B4-BE49-F238E27FC236}">
                <a16:creationId xmlns:a16="http://schemas.microsoft.com/office/drawing/2014/main" id="{16CF87A4-07D2-AA45-8C18-F1A360C9ECBF}"/>
              </a:ext>
            </a:extLst>
          </p:cNvPr>
          <p:cNvSpPr>
            <a:spLocks noGrp="1"/>
          </p:cNvSpPr>
          <p:nvPr>
            <p:ph type="body" sz="quarter" idx="13" hasCustomPrompt="1"/>
          </p:nvPr>
        </p:nvSpPr>
        <p:spPr>
          <a:xfrm>
            <a:off x="360363" y="1312150"/>
            <a:ext cx="11466000" cy="396000"/>
          </a:xfrm>
        </p:spPr>
        <p:txBody>
          <a:bodyPr/>
          <a:lstStyle>
            <a:lvl1pPr>
              <a:spcBef>
                <a:spcPts val="600"/>
              </a:spcBef>
              <a:defRPr sz="1800" b="0" i="0">
                <a:solidFill>
                  <a:schemeClr val="bg1"/>
                </a:solidFill>
                <a:latin typeface="Kantar Brown Light" panose="020B0404020101010102" pitchFamily="34" charset="77"/>
                <a:cs typeface="Kantar Brown Light" panose="020B0404020101010102" pitchFamily="34" charset="77"/>
              </a:defRPr>
            </a:lvl1pPr>
          </a:lstStyle>
          <a:p>
            <a:pPr lvl="0"/>
            <a:r>
              <a:rPr lang="en-US"/>
              <a:t>Click to add subtitle</a:t>
            </a:r>
            <a:endParaRPr lang="en-GB"/>
          </a:p>
        </p:txBody>
      </p:sp>
      <p:sp>
        <p:nvSpPr>
          <p:cNvPr id="6" name="Content Placeholder 9">
            <a:extLst>
              <a:ext uri="{FF2B5EF4-FFF2-40B4-BE49-F238E27FC236}">
                <a16:creationId xmlns:a16="http://schemas.microsoft.com/office/drawing/2014/main" id="{8A790A2E-8FEE-E244-8F60-FCB72ED524B0}"/>
              </a:ext>
            </a:extLst>
          </p:cNvPr>
          <p:cNvSpPr>
            <a:spLocks noGrp="1"/>
          </p:cNvSpPr>
          <p:nvPr>
            <p:ph sz="quarter" idx="14" hasCustomPrompt="1"/>
          </p:nvPr>
        </p:nvSpPr>
        <p:spPr>
          <a:xfrm>
            <a:off x="360363" y="1978149"/>
            <a:ext cx="11466000" cy="3999600"/>
          </a:xfrm>
        </p:spPr>
        <p:txBody>
          <a:bodyPr/>
          <a:lstStyle>
            <a:lvl1pPr>
              <a:defRPr sz="1500" b="0" i="0">
                <a:solidFill>
                  <a:schemeClr val="bg1"/>
                </a:solidFill>
                <a:latin typeface="Kantar Brown Light" panose="020B0404020101010102" pitchFamily="34" charset="77"/>
                <a:cs typeface="Kantar Brown Light" panose="020B0404020101010102" pitchFamily="34" charset="77"/>
              </a:defRPr>
            </a:lvl1pPr>
            <a:lvl2pPr>
              <a:defRPr sz="1500" b="0" i="0">
                <a:solidFill>
                  <a:schemeClr val="bg1"/>
                </a:solidFill>
                <a:latin typeface="Kantar Brown Light" panose="020B0404020101010102" pitchFamily="34" charset="77"/>
                <a:cs typeface="Kantar Brown Light" panose="020B0404020101010102" pitchFamily="34" charset="77"/>
              </a:defRPr>
            </a:lvl2pPr>
            <a:lvl3pPr>
              <a:defRPr sz="1500" b="0" i="0">
                <a:solidFill>
                  <a:schemeClr val="bg1"/>
                </a:solidFill>
                <a:latin typeface="Kantar Brown Light" panose="020B0404020101010102" pitchFamily="34" charset="77"/>
                <a:cs typeface="Kantar Brown Light" panose="020B0404020101010102" pitchFamily="34" charset="77"/>
              </a:defRPr>
            </a:lvl3pPr>
            <a:lvl4pPr>
              <a:defRPr sz="1500" b="0" i="0">
                <a:solidFill>
                  <a:schemeClr val="bg1"/>
                </a:solidFill>
                <a:latin typeface="Kantar Brown Light" panose="020B0404020101010102" pitchFamily="34" charset="77"/>
                <a:cs typeface="Kantar Brown Light" panose="020B0404020101010102" pitchFamily="34" charset="77"/>
              </a:defRPr>
            </a:lvl4pPr>
            <a:lvl5pPr>
              <a:defRPr sz="1500" b="0" i="0">
                <a:solidFill>
                  <a:schemeClr val="bg1"/>
                </a:solidFill>
                <a:latin typeface="Kantar Brown Light" panose="020B0404020101010102" pitchFamily="34" charset="77"/>
                <a:cs typeface="Kantar Brown Light" panose="020B0404020101010102" pitchFamily="34"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0605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C6F8B41-03C0-F840-BDE9-D65BCD6E29C9}"/>
              </a:ext>
            </a:extLst>
          </p:cNvPr>
          <p:cNvSpPr>
            <a:spLocks noGrp="1"/>
          </p:cNvSpPr>
          <p:nvPr>
            <p:ph type="title" hasCustomPrompt="1"/>
          </p:nvPr>
        </p:nvSpPr>
        <p:spPr>
          <a:xfrm>
            <a:off x="359999" y="430718"/>
            <a:ext cx="5643925" cy="403200"/>
          </a:xfrm>
        </p:spPr>
        <p:txBody>
          <a:bodyPr/>
          <a:lstStyle>
            <a:lvl1pPr>
              <a:defRPr>
                <a:solidFill>
                  <a:schemeClr val="bg1"/>
                </a:solidFill>
              </a:defRPr>
            </a:lvl1pPr>
          </a:lstStyle>
          <a:p>
            <a:r>
              <a:rPr lang="en-US"/>
              <a:t>Click to add title</a:t>
            </a:r>
            <a:endParaRPr lang="en-GB"/>
          </a:p>
        </p:txBody>
      </p:sp>
      <p:sp>
        <p:nvSpPr>
          <p:cNvPr id="6" name="Text Placeholder 7">
            <a:extLst>
              <a:ext uri="{FF2B5EF4-FFF2-40B4-BE49-F238E27FC236}">
                <a16:creationId xmlns:a16="http://schemas.microsoft.com/office/drawing/2014/main" id="{9617F3F5-3DD1-F64C-9829-3EED92D823FD}"/>
              </a:ext>
            </a:extLst>
          </p:cNvPr>
          <p:cNvSpPr>
            <a:spLocks noGrp="1"/>
          </p:cNvSpPr>
          <p:nvPr>
            <p:ph type="body" sz="quarter" idx="13" hasCustomPrompt="1"/>
          </p:nvPr>
        </p:nvSpPr>
        <p:spPr>
          <a:xfrm>
            <a:off x="360363" y="1312150"/>
            <a:ext cx="11466000" cy="396000"/>
          </a:xfrm>
        </p:spPr>
        <p:txBody>
          <a:bodyPr/>
          <a:lstStyle>
            <a:lvl1pPr>
              <a:spcBef>
                <a:spcPts val="600"/>
              </a:spcBef>
              <a:defRPr sz="1800" b="0" i="0">
                <a:solidFill>
                  <a:schemeClr val="bg1"/>
                </a:solidFill>
                <a:latin typeface="Kantar Brown Light" panose="020B0404020101010102" pitchFamily="34" charset="77"/>
                <a:cs typeface="Kantar Brown Light" panose="020B0404020101010102" pitchFamily="34" charset="77"/>
              </a:defRPr>
            </a:lvl1pPr>
          </a:lstStyle>
          <a:p>
            <a:pPr lvl="0"/>
            <a:r>
              <a:rPr lang="en-US"/>
              <a:t>Click to add subtitle</a:t>
            </a:r>
            <a:endParaRPr lang="en-GB"/>
          </a:p>
        </p:txBody>
      </p:sp>
      <p:sp>
        <p:nvSpPr>
          <p:cNvPr id="7" name="Content Placeholder 9">
            <a:extLst>
              <a:ext uri="{FF2B5EF4-FFF2-40B4-BE49-F238E27FC236}">
                <a16:creationId xmlns:a16="http://schemas.microsoft.com/office/drawing/2014/main" id="{498E392F-595F-5C46-9EDA-9447FE4AC7D6}"/>
              </a:ext>
            </a:extLst>
          </p:cNvPr>
          <p:cNvSpPr>
            <a:spLocks noGrp="1"/>
          </p:cNvSpPr>
          <p:nvPr>
            <p:ph sz="quarter" idx="14" hasCustomPrompt="1"/>
          </p:nvPr>
        </p:nvSpPr>
        <p:spPr>
          <a:xfrm>
            <a:off x="360363" y="1978149"/>
            <a:ext cx="11466000" cy="3999600"/>
          </a:xfrm>
        </p:spPr>
        <p:txBody>
          <a:bodyPr/>
          <a:lstStyle>
            <a:lvl1pPr>
              <a:defRPr sz="1500" b="0" i="0">
                <a:solidFill>
                  <a:schemeClr val="bg1"/>
                </a:solidFill>
                <a:latin typeface="Kantar Brown Light" panose="020B0404020101010102" pitchFamily="34" charset="77"/>
                <a:cs typeface="Kantar Brown Light" panose="020B0404020101010102" pitchFamily="34" charset="77"/>
              </a:defRPr>
            </a:lvl1pPr>
            <a:lvl2pPr>
              <a:defRPr sz="1500" b="0" i="0">
                <a:solidFill>
                  <a:schemeClr val="bg1"/>
                </a:solidFill>
                <a:latin typeface="Kantar Brown Light" panose="020B0404020101010102" pitchFamily="34" charset="77"/>
                <a:cs typeface="Kantar Brown Light" panose="020B0404020101010102" pitchFamily="34" charset="77"/>
              </a:defRPr>
            </a:lvl2pPr>
            <a:lvl3pPr>
              <a:defRPr sz="1500" b="0" i="0">
                <a:solidFill>
                  <a:schemeClr val="bg1"/>
                </a:solidFill>
                <a:latin typeface="Kantar Brown Light" panose="020B0404020101010102" pitchFamily="34" charset="77"/>
                <a:cs typeface="Kantar Brown Light" panose="020B0404020101010102" pitchFamily="34" charset="77"/>
              </a:defRPr>
            </a:lvl3pPr>
            <a:lvl4pPr>
              <a:defRPr sz="1500" b="0" i="0">
                <a:solidFill>
                  <a:schemeClr val="bg1"/>
                </a:solidFill>
                <a:latin typeface="Kantar Brown Light" panose="020B0404020101010102" pitchFamily="34" charset="77"/>
                <a:cs typeface="Kantar Brown Light" panose="020B0404020101010102" pitchFamily="34" charset="77"/>
              </a:defRPr>
            </a:lvl4pPr>
            <a:lvl5pPr>
              <a:defRPr sz="1500" b="0" i="0">
                <a:solidFill>
                  <a:schemeClr val="bg1"/>
                </a:solidFill>
                <a:latin typeface="Kantar Brown Light" panose="020B0404020101010102" pitchFamily="34" charset="77"/>
                <a:cs typeface="Kantar Brown Light" panose="020B0404020101010102" pitchFamily="34"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lide Number Placeholder 5">
            <a:extLst>
              <a:ext uri="{FF2B5EF4-FFF2-40B4-BE49-F238E27FC236}">
                <a16:creationId xmlns:a16="http://schemas.microsoft.com/office/drawing/2014/main" id="{BB586520-0057-0148-988D-B561257B8FF7}"/>
              </a:ext>
            </a:extLst>
          </p:cNvPr>
          <p:cNvSpPr>
            <a:spLocks noGrp="1"/>
          </p:cNvSpPr>
          <p:nvPr>
            <p:ph type="sldNum" sz="quarter" idx="4"/>
          </p:nvPr>
        </p:nvSpPr>
        <p:spPr>
          <a:xfrm>
            <a:off x="10856913" y="6390000"/>
            <a:ext cx="969962" cy="196850"/>
          </a:xfrm>
          <a:prstGeom prst="rect">
            <a:avLst/>
          </a:prstGeom>
        </p:spPr>
        <p:txBody>
          <a:bodyPr vert="horz" lIns="0" tIns="0" rIns="0" bIns="0" rtlCol="0" anchor="ctr"/>
          <a:lstStyle>
            <a:lvl1pPr algn="r">
              <a:defRPr sz="1000">
                <a:solidFill>
                  <a:schemeClr val="bg1"/>
                </a:solidFill>
              </a:defRPr>
            </a:lvl1pPr>
          </a:lstStyle>
          <a:p>
            <a:fld id="{4034BEE3-566C-4068-A777-C3A4762E861B}" type="slidenum">
              <a:rPr lang="en-GB" smtClean="0"/>
              <a:pPr/>
              <a:t>‹nº›</a:t>
            </a:fld>
            <a:endParaRPr lang="en-GB"/>
          </a:p>
        </p:txBody>
      </p:sp>
      <p:sp>
        <p:nvSpPr>
          <p:cNvPr id="9" name="Espaço Reservado para Rodapé 3">
            <a:extLst>
              <a:ext uri="{FF2B5EF4-FFF2-40B4-BE49-F238E27FC236}">
                <a16:creationId xmlns:a16="http://schemas.microsoft.com/office/drawing/2014/main" id="{7EFBFA9D-E4CF-174A-9055-613463361DE8}"/>
              </a:ext>
            </a:extLst>
          </p:cNvPr>
          <p:cNvSpPr>
            <a:spLocks noGrp="1"/>
          </p:cNvSpPr>
          <p:nvPr>
            <p:ph type="ftr" sz="quarter" idx="3"/>
          </p:nvPr>
        </p:nvSpPr>
        <p:spPr>
          <a:xfrm>
            <a:off x="4248530" y="6390000"/>
            <a:ext cx="6519069" cy="195223"/>
          </a:xfrm>
          <a:prstGeom prst="rect">
            <a:avLst/>
          </a:prstGeom>
        </p:spPr>
        <p:txBody>
          <a:bodyPr lIns="36000" tIns="0" rIns="36000" bIns="0"/>
          <a:lstStyle>
            <a:lvl1pPr>
              <a:defRPr sz="1000" b="0" i="0">
                <a:solidFill>
                  <a:schemeClr val="bg1"/>
                </a:solidFill>
                <a:latin typeface="Kantar Brown Light" panose="020B0404020101010102" pitchFamily="34" charset="77"/>
                <a:cs typeface="Kantar Brown Light" panose="020B0404020101010102" pitchFamily="34" charset="77"/>
              </a:defRPr>
            </a:lvl1pPr>
          </a:lstStyle>
          <a:p>
            <a:endParaRPr lang="en-GB">
              <a:solidFill>
                <a:schemeClr val="bg1"/>
              </a:solidFill>
            </a:endParaRPr>
          </a:p>
        </p:txBody>
      </p:sp>
    </p:spTree>
    <p:extLst>
      <p:ext uri="{BB962C8B-B14F-4D97-AF65-F5344CB8AC3E}">
        <p14:creationId xmlns:p14="http://schemas.microsoft.com/office/powerpoint/2010/main" val="1145182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96ED-8270-4BD9-9069-84F474882F2A}"/>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ACA3A6B-089A-48DA-907F-9446B127609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8" name="Text Placeholder 7">
            <a:extLst>
              <a:ext uri="{FF2B5EF4-FFF2-40B4-BE49-F238E27FC236}">
                <a16:creationId xmlns:a16="http://schemas.microsoft.com/office/drawing/2014/main" id="{50105BF4-D562-44BF-BA5C-F9CA4C0FE918}"/>
              </a:ext>
            </a:extLst>
          </p:cNvPr>
          <p:cNvSpPr>
            <a:spLocks noGrp="1"/>
          </p:cNvSpPr>
          <p:nvPr>
            <p:ph type="body" sz="quarter" idx="13" hasCustomPrompt="1"/>
          </p:nvPr>
        </p:nvSpPr>
        <p:spPr>
          <a:xfrm>
            <a:off x="360363" y="1312150"/>
            <a:ext cx="11466000" cy="396000"/>
          </a:xfrm>
        </p:spPr>
        <p:txBody>
          <a:bodyPr/>
          <a:lstStyle>
            <a:lvl1pPr>
              <a:spcBef>
                <a:spcPts val="600"/>
              </a:spcBef>
              <a:defRPr sz="1800" b="0" i="0">
                <a:latin typeface="Kantar Brown Light" panose="020B0404020101010102" pitchFamily="34" charset="77"/>
                <a:cs typeface="Kantar Brown Light" panose="020B0404020101010102" pitchFamily="34" charset="77"/>
              </a:defRPr>
            </a:lvl1pPr>
          </a:lstStyle>
          <a:p>
            <a:pPr lvl="0"/>
            <a:r>
              <a:rPr lang="en-US"/>
              <a:t>Click to add subtitle</a:t>
            </a:r>
            <a:endParaRPr lang="en-GB"/>
          </a:p>
        </p:txBody>
      </p:sp>
      <p:sp>
        <p:nvSpPr>
          <p:cNvPr id="10" name="Content Placeholder 9">
            <a:extLst>
              <a:ext uri="{FF2B5EF4-FFF2-40B4-BE49-F238E27FC236}">
                <a16:creationId xmlns:a16="http://schemas.microsoft.com/office/drawing/2014/main" id="{E01F0EAC-DF03-4553-8D22-C26B163DC97D}"/>
              </a:ext>
            </a:extLst>
          </p:cNvPr>
          <p:cNvSpPr>
            <a:spLocks noGrp="1"/>
          </p:cNvSpPr>
          <p:nvPr>
            <p:ph sz="quarter" idx="14" hasCustomPrompt="1"/>
          </p:nvPr>
        </p:nvSpPr>
        <p:spPr>
          <a:xfrm>
            <a:off x="360363" y="1978149"/>
            <a:ext cx="11466000" cy="3999600"/>
          </a:xfrm>
        </p:spPr>
        <p:txBody>
          <a:bodyPr/>
          <a:lstStyle>
            <a:lvl1pPr>
              <a:defRPr sz="1500" b="0" i="0">
                <a:latin typeface="Kantar Brown Light" panose="020B0404020101010102" pitchFamily="34" charset="77"/>
                <a:cs typeface="Kantar Brown Light" panose="020B0404020101010102" pitchFamily="34" charset="77"/>
              </a:defRPr>
            </a:lvl1pPr>
            <a:lvl2pPr>
              <a:defRPr sz="1500" b="0" i="0">
                <a:latin typeface="Kantar Brown Light" panose="020B0404020101010102" pitchFamily="34" charset="77"/>
                <a:cs typeface="Kantar Brown Light" panose="020B0404020101010102" pitchFamily="34" charset="77"/>
              </a:defRPr>
            </a:lvl2pPr>
            <a:lvl3pPr>
              <a:defRPr sz="1500" b="0" i="0">
                <a:latin typeface="Kantar Brown Light" panose="020B0404020101010102" pitchFamily="34" charset="77"/>
                <a:cs typeface="Kantar Brown Light" panose="020B0404020101010102" pitchFamily="34" charset="77"/>
              </a:defRPr>
            </a:lvl3pPr>
            <a:lvl4pPr>
              <a:defRPr sz="1500" b="0" i="0">
                <a:latin typeface="Kantar Brown Light" panose="020B0404020101010102" pitchFamily="34" charset="77"/>
                <a:cs typeface="Kantar Brown Light" panose="020B0404020101010102" pitchFamily="34" charset="77"/>
              </a:defRPr>
            </a:lvl4pPr>
            <a:lvl5pPr>
              <a:defRPr sz="1500" b="0" i="0">
                <a:latin typeface="Kantar Brown Light" panose="020B0404020101010102" pitchFamily="34" charset="77"/>
                <a:cs typeface="Kantar Brown Light" panose="020B0404020101010102" pitchFamily="34" charset="77"/>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pic>
        <p:nvPicPr>
          <p:cNvPr id="11" name="Picture 34">
            <a:extLst>
              <a:ext uri="{FF2B5EF4-FFF2-40B4-BE49-F238E27FC236}">
                <a16:creationId xmlns:a16="http://schemas.microsoft.com/office/drawing/2014/main" id="{7B35BB6E-55FE-804E-B479-EABEFC1DD4DD}"/>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34963" y="6382872"/>
            <a:ext cx="2823089" cy="211918"/>
          </a:xfrm>
          <a:prstGeom prst="rect">
            <a:avLst/>
          </a:prstGeom>
        </p:spPr>
      </p:pic>
      <p:cxnSp>
        <p:nvCxnSpPr>
          <p:cNvPr id="12" name="Straight Connector 5">
            <a:extLst>
              <a:ext uri="{FF2B5EF4-FFF2-40B4-BE49-F238E27FC236}">
                <a16:creationId xmlns:a16="http://schemas.microsoft.com/office/drawing/2014/main" id="{66E7F911-6B65-1243-B349-2909126300A4}"/>
              </a:ext>
            </a:extLst>
          </p:cNvPr>
          <p:cNvCxnSpPr>
            <a:cxnSpLocks/>
          </p:cNvCxnSpPr>
          <p:nvPr userDrawn="1">
            <p:custDataLst>
              <p:tags r:id="rId1"/>
            </p:custDataLst>
          </p:nvPr>
        </p:nvCxnSpPr>
        <p:spPr>
          <a:xfrm>
            <a:off x="334963" y="6120000"/>
            <a:ext cx="11499198"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8360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Title slide 1 (whi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28DEC1-B4FA-4ABC-9408-0AF58EB510BE}"/>
              </a:ext>
            </a:extLst>
          </p:cNvPr>
          <p:cNvPicPr>
            <a:picLocks noChangeAspect="1"/>
          </p:cNvPicPr>
          <p:nvPr userDrawn="1"/>
        </p:nvPicPr>
        <p:blipFill>
          <a:blip r:embed="rId2"/>
          <a:stretch>
            <a:fillRect/>
          </a:stretch>
        </p:blipFill>
        <p:spPr>
          <a:xfrm>
            <a:off x="360001" y="544194"/>
            <a:ext cx="5075600" cy="381006"/>
          </a:xfrm>
          <a:prstGeom prst="rect">
            <a:avLst/>
          </a:prstGeom>
        </p:spPr>
      </p:pic>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lvl1pPr>
          </a:lstStyle>
          <a:p>
            <a:pPr lvl="0"/>
            <a:r>
              <a:rPr lang="en-GB"/>
              <a:t>Click to add text</a:t>
            </a:r>
          </a:p>
        </p:txBody>
      </p:sp>
    </p:spTree>
    <p:extLst>
      <p:ext uri="{BB962C8B-B14F-4D97-AF65-F5344CB8AC3E}">
        <p14:creationId xmlns:p14="http://schemas.microsoft.com/office/powerpoint/2010/main" val="3804326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whit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76DF9B-10A7-4F1F-85FA-831946D90F40}"/>
              </a:ext>
            </a:extLst>
          </p:cNvPr>
          <p:cNvPicPr>
            <a:picLocks noChangeAspect="1"/>
          </p:cNvPicPr>
          <p:nvPr userDrawn="1"/>
        </p:nvPicPr>
        <p:blipFill>
          <a:blip r:embed="rId2"/>
          <a:stretch>
            <a:fillRect/>
          </a:stretch>
        </p:blipFill>
        <p:spPr>
          <a:xfrm>
            <a:off x="360001" y="544194"/>
            <a:ext cx="5075600" cy="381006"/>
          </a:xfrm>
          <a:prstGeom prst="rect">
            <a:avLst/>
          </a:prstGeom>
        </p:spPr>
      </p:pic>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tx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lvl1pPr>
          </a:lstStyle>
          <a:p>
            <a:pPr lvl="0"/>
            <a:r>
              <a:rPr lang="en-US"/>
              <a:t>Click to add text</a:t>
            </a:r>
          </a:p>
        </p:txBody>
      </p:sp>
      <p:pic>
        <p:nvPicPr>
          <p:cNvPr id="12" name="Picture 11">
            <a:extLst>
              <a:ext uri="{FF2B5EF4-FFF2-40B4-BE49-F238E27FC236}">
                <a16:creationId xmlns:a16="http://schemas.microsoft.com/office/drawing/2014/main" id="{8367E2D2-7C31-4CEA-8775-7B4E031C0347}"/>
              </a:ext>
            </a:extLst>
          </p:cNvPr>
          <p:cNvPicPr>
            <a:picLocks noChangeAspect="1"/>
          </p:cNvPicPr>
          <p:nvPr userDrawn="1"/>
        </p:nvPicPr>
        <p:blipFill>
          <a:blip r:embed="rId3"/>
          <a:stretch>
            <a:fillRect/>
          </a:stretch>
        </p:blipFill>
        <p:spPr>
          <a:xfrm>
            <a:off x="4213475" y="1490401"/>
            <a:ext cx="63612" cy="4500000"/>
          </a:xfrm>
          <a:prstGeom prst="rect">
            <a:avLst/>
          </a:prstGeom>
        </p:spPr>
      </p:pic>
    </p:spTree>
    <p:extLst>
      <p:ext uri="{BB962C8B-B14F-4D97-AF65-F5344CB8AC3E}">
        <p14:creationId xmlns:p14="http://schemas.microsoft.com/office/powerpoint/2010/main" val="2742418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1 (black)">
    <p:bg>
      <p:bgPr>
        <a:solidFill>
          <a:srgbClr val="0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E48DE8-5FEE-40DC-927E-9B13FC5B158E}"/>
              </a:ext>
            </a:extLst>
          </p:cNvPr>
          <p:cNvPicPr>
            <a:picLocks noChangeAspect="1"/>
          </p:cNvPicPr>
          <p:nvPr userDrawn="1"/>
        </p:nvPicPr>
        <p:blipFill>
          <a:blip r:embed="rId2"/>
          <a:stretch>
            <a:fillRect/>
          </a:stretch>
        </p:blipFill>
        <p:spPr>
          <a:xfrm>
            <a:off x="360000" y="543573"/>
            <a:ext cx="5083870" cy="381627"/>
          </a:xfrm>
          <a:prstGeom prst="rect">
            <a:avLst/>
          </a:prstGeom>
        </p:spPr>
      </p:pic>
      <p:sp>
        <p:nvSpPr>
          <p:cNvPr id="2" name="Title 1"/>
          <p:cNvSpPr>
            <a:spLocks noGrp="1"/>
          </p:cNvSpPr>
          <p:nvPr>
            <p:ph type="ctrTitle" hasCustomPrompt="1"/>
          </p:nvPr>
        </p:nvSpPr>
        <p:spPr>
          <a:xfrm>
            <a:off x="360000" y="1490400"/>
            <a:ext cx="3520800" cy="1976400"/>
          </a:xfrm>
          <a:prstGeom prst="rect">
            <a:avLst/>
          </a:prstGeom>
        </p:spPr>
        <p:txBody>
          <a:bodyPr anchor="t">
            <a:noAutofit/>
          </a:bodyPr>
          <a:lstStyle>
            <a:lvl1pPr algn="l">
              <a:defRPr sz="3000" b="0">
                <a:solidFill>
                  <a:srgbClr val="FFFFFF"/>
                </a:solidFill>
              </a:defRPr>
            </a:lvl1pPr>
          </a:lstStyle>
          <a:p>
            <a:r>
              <a:rPr lang="en-GB"/>
              <a:t>Click to add title</a:t>
            </a:r>
          </a:p>
        </p:txBody>
      </p:sp>
      <p:sp>
        <p:nvSpPr>
          <p:cNvPr id="3" name="Subtitle 2"/>
          <p:cNvSpPr>
            <a:spLocks noGrp="1"/>
          </p:cNvSpPr>
          <p:nvPr>
            <p:ph type="subTitle" idx="1" hasCustomPrompt="1"/>
          </p:nvPr>
        </p:nvSpPr>
        <p:spPr>
          <a:xfrm>
            <a:off x="360000" y="3708000"/>
            <a:ext cx="3520800" cy="1022400"/>
          </a:xfrm>
          <a:prstGeom prst="rect">
            <a:avLst/>
          </a:prstGeom>
        </p:spPr>
        <p:txBody>
          <a:bodyPr anchor="t">
            <a:noAutofit/>
          </a:bodyPr>
          <a:lstStyle>
            <a:lvl1pPr marL="0" indent="0" algn="l">
              <a:spcBef>
                <a:spcPts val="600"/>
              </a:spcBef>
              <a:buNone/>
              <a:defRPr sz="1800" b="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6" name="Text Placeholder 5">
            <a:extLst>
              <a:ext uri="{FF2B5EF4-FFF2-40B4-BE49-F238E27FC236}">
                <a16:creationId xmlns:a16="http://schemas.microsoft.com/office/drawing/2014/main" id="{50929DC8-987C-4BF4-9A49-8F549F1F3DBE}"/>
              </a:ext>
            </a:extLst>
          </p:cNvPr>
          <p:cNvSpPr>
            <a:spLocks noGrp="1"/>
          </p:cNvSpPr>
          <p:nvPr>
            <p:ph type="body" sz="quarter" idx="10" hasCustomPrompt="1"/>
          </p:nvPr>
        </p:nvSpPr>
        <p:spPr>
          <a:xfrm>
            <a:off x="360363" y="4971600"/>
            <a:ext cx="3521075" cy="1022350"/>
          </a:xfrm>
        </p:spPr>
        <p:txBody>
          <a:bodyPr anchor="b"/>
          <a:lstStyle>
            <a:lvl1pPr>
              <a:spcBef>
                <a:spcPts val="600"/>
              </a:spcBef>
              <a:defRPr sz="1200">
                <a:solidFill>
                  <a:srgbClr val="FFFFFF"/>
                </a:solidFill>
              </a:defRPr>
            </a:lvl1pPr>
          </a:lstStyle>
          <a:p>
            <a:pPr lvl="0"/>
            <a:r>
              <a:rPr lang="en-GB"/>
              <a:t>Click to add text</a:t>
            </a:r>
          </a:p>
        </p:txBody>
      </p:sp>
    </p:spTree>
    <p:extLst>
      <p:ext uri="{BB962C8B-B14F-4D97-AF65-F5344CB8AC3E}">
        <p14:creationId xmlns:p14="http://schemas.microsoft.com/office/powerpoint/2010/main" val="380472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black)">
    <p:bg>
      <p:bgPr>
        <a:solidFill>
          <a:srgbClr val="000000"/>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CC213809-11F2-4FF6-8836-C61FDCCBA32E}"/>
              </a:ext>
            </a:extLst>
          </p:cNvPr>
          <p:cNvSpPr>
            <a:spLocks noGrp="1"/>
          </p:cNvSpPr>
          <p:nvPr>
            <p:ph type="pic" sz="quarter" idx="19"/>
          </p:nvPr>
        </p:nvSpPr>
        <p:spPr>
          <a:xfrm>
            <a:off x="4272000" y="1490400"/>
            <a:ext cx="7920000" cy="4500000"/>
          </a:xfrm>
        </p:spPr>
        <p:txBody>
          <a:bodyPr/>
          <a:lstStyle/>
          <a:p>
            <a:r>
              <a:rPr lang="pt-BR"/>
              <a:t>Clique no ícone para adicionar uma imagem</a:t>
            </a:r>
            <a:endParaRPr lang="en-GB"/>
          </a:p>
        </p:txBody>
      </p:sp>
      <p:sp>
        <p:nvSpPr>
          <p:cNvPr id="9" name="Title 1">
            <a:extLst>
              <a:ext uri="{FF2B5EF4-FFF2-40B4-BE49-F238E27FC236}">
                <a16:creationId xmlns:a16="http://schemas.microsoft.com/office/drawing/2014/main" id="{F1EB514B-0857-4EBF-B042-2A3E81792E20}"/>
              </a:ext>
            </a:extLst>
          </p:cNvPr>
          <p:cNvSpPr>
            <a:spLocks noGrp="1"/>
          </p:cNvSpPr>
          <p:nvPr>
            <p:ph type="ctrTitle" hasCustomPrompt="1"/>
          </p:nvPr>
        </p:nvSpPr>
        <p:spPr>
          <a:xfrm>
            <a:off x="360000" y="1490400"/>
            <a:ext cx="3520800" cy="1975330"/>
          </a:xfrm>
          <a:prstGeom prst="rect">
            <a:avLst/>
          </a:prstGeom>
        </p:spPr>
        <p:txBody>
          <a:bodyPr anchor="t">
            <a:noAutofit/>
          </a:bodyPr>
          <a:lstStyle>
            <a:lvl1pPr algn="l">
              <a:defRPr sz="3000" b="0">
                <a:solidFill>
                  <a:schemeClr val="bg1"/>
                </a:solidFill>
              </a:defRPr>
            </a:lvl1pPr>
          </a:lstStyle>
          <a:p>
            <a:r>
              <a:rPr lang="en-GB"/>
              <a:t>Click to add title</a:t>
            </a:r>
          </a:p>
        </p:txBody>
      </p:sp>
      <p:sp>
        <p:nvSpPr>
          <p:cNvPr id="10" name="Subtitle 2">
            <a:extLst>
              <a:ext uri="{FF2B5EF4-FFF2-40B4-BE49-F238E27FC236}">
                <a16:creationId xmlns:a16="http://schemas.microsoft.com/office/drawing/2014/main" id="{E8F4C310-09FC-4B27-9FA2-5128CE9C6086}"/>
              </a:ext>
            </a:extLst>
          </p:cNvPr>
          <p:cNvSpPr>
            <a:spLocks noGrp="1"/>
          </p:cNvSpPr>
          <p:nvPr>
            <p:ph type="subTitle" idx="1" hasCustomPrompt="1"/>
          </p:nvPr>
        </p:nvSpPr>
        <p:spPr>
          <a:xfrm>
            <a:off x="360000" y="3708000"/>
            <a:ext cx="3520800" cy="1022713"/>
          </a:xfrm>
          <a:prstGeom prst="rect">
            <a:avLst/>
          </a:prstGeom>
        </p:spPr>
        <p:txBody>
          <a:bodyPr anchor="t">
            <a:noAutofit/>
          </a:bodyPr>
          <a:lstStyle>
            <a:lvl1pPr marL="0" indent="0" algn="l">
              <a:spcBef>
                <a:spcPts val="600"/>
              </a:spcBef>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add subtitle</a:t>
            </a:r>
          </a:p>
        </p:txBody>
      </p:sp>
      <p:sp>
        <p:nvSpPr>
          <p:cNvPr id="3" name="Text Placeholder 2">
            <a:extLst>
              <a:ext uri="{FF2B5EF4-FFF2-40B4-BE49-F238E27FC236}">
                <a16:creationId xmlns:a16="http://schemas.microsoft.com/office/drawing/2014/main" id="{198B54B2-17FC-4F44-A549-93DE726BD63E}"/>
              </a:ext>
            </a:extLst>
          </p:cNvPr>
          <p:cNvSpPr>
            <a:spLocks noGrp="1"/>
          </p:cNvSpPr>
          <p:nvPr>
            <p:ph type="body" sz="quarter" idx="20" hasCustomPrompt="1"/>
          </p:nvPr>
        </p:nvSpPr>
        <p:spPr>
          <a:xfrm>
            <a:off x="360000" y="4971600"/>
            <a:ext cx="3519536" cy="1022713"/>
          </a:xfrm>
        </p:spPr>
        <p:txBody>
          <a:bodyPr anchor="b"/>
          <a:lstStyle>
            <a:lvl1pPr>
              <a:spcBef>
                <a:spcPts val="600"/>
              </a:spcBef>
              <a:defRPr sz="1200">
                <a:solidFill>
                  <a:schemeClr val="bg1"/>
                </a:solidFill>
              </a:defRPr>
            </a:lvl1pPr>
          </a:lstStyle>
          <a:p>
            <a:pPr lvl="0"/>
            <a:r>
              <a:rPr lang="en-US"/>
              <a:t>Click to add text </a:t>
            </a:r>
          </a:p>
        </p:txBody>
      </p:sp>
      <p:pic>
        <p:nvPicPr>
          <p:cNvPr id="11" name="Picture 10">
            <a:extLst>
              <a:ext uri="{FF2B5EF4-FFF2-40B4-BE49-F238E27FC236}">
                <a16:creationId xmlns:a16="http://schemas.microsoft.com/office/drawing/2014/main" id="{AB940724-CD0A-4966-9236-B1E83A63E8E9}"/>
              </a:ext>
            </a:extLst>
          </p:cNvPr>
          <p:cNvPicPr>
            <a:picLocks noChangeAspect="1"/>
          </p:cNvPicPr>
          <p:nvPr userDrawn="1"/>
        </p:nvPicPr>
        <p:blipFill>
          <a:blip r:embed="rId2"/>
          <a:stretch>
            <a:fillRect/>
          </a:stretch>
        </p:blipFill>
        <p:spPr>
          <a:xfrm>
            <a:off x="4213475" y="1490401"/>
            <a:ext cx="63612" cy="4500000"/>
          </a:xfrm>
          <a:prstGeom prst="rect">
            <a:avLst/>
          </a:prstGeom>
        </p:spPr>
      </p:pic>
      <p:pic>
        <p:nvPicPr>
          <p:cNvPr id="8" name="Picture 7">
            <a:extLst>
              <a:ext uri="{FF2B5EF4-FFF2-40B4-BE49-F238E27FC236}">
                <a16:creationId xmlns:a16="http://schemas.microsoft.com/office/drawing/2014/main" id="{AA4943B9-4145-4795-9C24-4C5ABF01295D}"/>
              </a:ext>
            </a:extLst>
          </p:cNvPr>
          <p:cNvPicPr>
            <a:picLocks noChangeAspect="1"/>
          </p:cNvPicPr>
          <p:nvPr userDrawn="1"/>
        </p:nvPicPr>
        <p:blipFill>
          <a:blip r:embed="rId3"/>
          <a:stretch>
            <a:fillRect/>
          </a:stretch>
        </p:blipFill>
        <p:spPr>
          <a:xfrm>
            <a:off x="360000" y="543573"/>
            <a:ext cx="5083870" cy="381627"/>
          </a:xfrm>
          <a:prstGeom prst="rect">
            <a:avLst/>
          </a:prstGeom>
        </p:spPr>
      </p:pic>
    </p:spTree>
    <p:extLst>
      <p:ext uri="{BB962C8B-B14F-4D97-AF65-F5344CB8AC3E}">
        <p14:creationId xmlns:p14="http://schemas.microsoft.com/office/powerpoint/2010/main" val="23131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5" hasCustomPrompt="1"/>
          </p:nvPr>
        </p:nvSpPr>
        <p:spPr>
          <a:xfrm>
            <a:off x="359999" y="2258559"/>
            <a:ext cx="5643563" cy="198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GB"/>
              <a:t>Click to add title</a:t>
            </a:r>
          </a:p>
        </p:txBody>
      </p:sp>
      <p:sp>
        <p:nvSpPr>
          <p:cNvPr id="5" name="Text Placeholder 2"/>
          <p:cNvSpPr>
            <a:spLocks noGrp="1"/>
          </p:cNvSpPr>
          <p:nvPr>
            <p:ph type="body" sz="quarter" idx="16" hasCustomPrompt="1"/>
          </p:nvPr>
        </p:nvSpPr>
        <p:spPr>
          <a:xfrm>
            <a:off x="359999" y="1713600"/>
            <a:ext cx="976676" cy="540000"/>
          </a:xfrm>
          <a:prstGeom prst="rect">
            <a:avLst/>
          </a:prstGeom>
        </p:spPr>
        <p:txBody>
          <a:bodyPr anchor="t"/>
          <a:lstStyle>
            <a:lvl1pPr algn="l">
              <a:spcBef>
                <a:spcPts val="200"/>
              </a:spcBef>
              <a:defRPr sz="4000" b="0">
                <a:solidFill>
                  <a:schemeClr val="tx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418656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ection header (black)">
    <p:bg>
      <p:bgPr>
        <a:solidFill>
          <a:srgbClr val="000000"/>
        </a:solidFill>
        <a:effectLst/>
      </p:bgPr>
    </p:bg>
    <p:spTree>
      <p:nvGrpSpPr>
        <p:cNvPr id="1" name=""/>
        <p:cNvGrpSpPr/>
        <p:nvPr/>
      </p:nvGrpSpPr>
      <p:grpSpPr>
        <a:xfrm>
          <a:off x="0" y="0"/>
          <a:ext cx="0" cy="0"/>
          <a:chOff x="0" y="0"/>
          <a:chExt cx="0" cy="0"/>
        </a:xfrm>
      </p:grpSpPr>
      <p:sp>
        <p:nvSpPr>
          <p:cNvPr id="5" name="Text Placeholder 2"/>
          <p:cNvSpPr>
            <a:spLocks noGrp="1"/>
          </p:cNvSpPr>
          <p:nvPr>
            <p:ph type="body" sz="quarter" idx="15" hasCustomPrompt="1"/>
          </p:nvPr>
        </p:nvSpPr>
        <p:spPr>
          <a:xfrm>
            <a:off x="359998" y="2257200"/>
            <a:ext cx="5643927" cy="198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bg1"/>
                </a:solidFill>
              </a:defRPr>
            </a:lvl2pPr>
          </a:lstStyle>
          <a:p>
            <a:pPr lvl="0"/>
            <a:r>
              <a:rPr lang="en-GB"/>
              <a:t>Click to add title</a:t>
            </a:r>
          </a:p>
        </p:txBody>
      </p:sp>
      <p:sp>
        <p:nvSpPr>
          <p:cNvPr id="7" name="Text Placeholder 2"/>
          <p:cNvSpPr>
            <a:spLocks noGrp="1"/>
          </p:cNvSpPr>
          <p:nvPr>
            <p:ph type="body" sz="quarter" idx="16" hasCustomPrompt="1"/>
          </p:nvPr>
        </p:nvSpPr>
        <p:spPr>
          <a:xfrm>
            <a:off x="360363" y="1713332"/>
            <a:ext cx="976312" cy="540000"/>
          </a:xfrm>
          <a:prstGeom prst="rect">
            <a:avLst/>
          </a:prstGeom>
        </p:spPr>
        <p:txBody>
          <a:bodyPr anchor="t"/>
          <a:lstStyle>
            <a:lvl1pPr algn="l">
              <a:spcBef>
                <a:spcPts val="200"/>
              </a:spcBef>
              <a:defRPr sz="4000" b="0">
                <a:solidFill>
                  <a:schemeClr val="bg1"/>
                </a:solidFill>
              </a:defRPr>
            </a:lvl1pPr>
            <a:lvl2pPr marL="0" indent="0" algn="l">
              <a:spcBef>
                <a:spcPts val="200"/>
              </a:spcBef>
              <a:buNone/>
              <a:defRPr sz="2200" b="0">
                <a:solidFill>
                  <a:schemeClr val="tx1"/>
                </a:solidFill>
              </a:defRPr>
            </a:lvl2pPr>
          </a:lstStyle>
          <a:p>
            <a:pPr lvl="0"/>
            <a:r>
              <a:rPr lang="en-US"/>
              <a:t>No.</a:t>
            </a:r>
          </a:p>
        </p:txBody>
      </p:sp>
    </p:spTree>
    <p:extLst>
      <p:ext uri="{BB962C8B-B14F-4D97-AF65-F5344CB8AC3E}">
        <p14:creationId xmlns:p14="http://schemas.microsoft.com/office/powerpoint/2010/main" val="3558929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1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96ED-8270-4BD9-9069-84F474882F2A}"/>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ACA3A6B-089A-48DA-907F-9446B127609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3E873D13-8BEF-4470-A16D-19EDE6E7AAA3}"/>
              </a:ext>
            </a:extLst>
          </p:cNvPr>
          <p:cNvSpPr>
            <a:spLocks noGrp="1"/>
          </p:cNvSpPr>
          <p:nvPr>
            <p:ph type="ftr" sz="quarter" idx="11"/>
          </p:nvPr>
        </p:nvSpPr>
        <p:spPr/>
        <p:txBody>
          <a:bodyPr/>
          <a:lstStyle/>
          <a:p>
            <a:endParaRPr lang="en-GB"/>
          </a:p>
        </p:txBody>
      </p:sp>
      <p:sp>
        <p:nvSpPr>
          <p:cNvPr id="8" name="Text Placeholder 7">
            <a:extLst>
              <a:ext uri="{FF2B5EF4-FFF2-40B4-BE49-F238E27FC236}">
                <a16:creationId xmlns:a16="http://schemas.microsoft.com/office/drawing/2014/main" id="{50105BF4-D562-44BF-BA5C-F9CA4C0FE918}"/>
              </a:ext>
            </a:extLst>
          </p:cNvPr>
          <p:cNvSpPr>
            <a:spLocks noGrp="1"/>
          </p:cNvSpPr>
          <p:nvPr>
            <p:ph type="body" sz="quarter" idx="13" hasCustomPrompt="1"/>
          </p:nvPr>
        </p:nvSpPr>
        <p:spPr>
          <a:xfrm>
            <a:off x="360363" y="910800"/>
            <a:ext cx="11466000" cy="396000"/>
          </a:xfrm>
        </p:spPr>
        <p:txBody>
          <a:bodyPr/>
          <a:lstStyle>
            <a:lvl1pPr>
              <a:spcBef>
                <a:spcPts val="600"/>
              </a:spcBef>
              <a:defRPr sz="2200"/>
            </a:lvl1pPr>
          </a:lstStyle>
          <a:p>
            <a:pPr lvl="0"/>
            <a:r>
              <a:rPr lang="en-US"/>
              <a:t>Click to add subtitle</a:t>
            </a:r>
            <a:endParaRPr lang="en-GB"/>
          </a:p>
        </p:txBody>
      </p:sp>
      <p:sp>
        <p:nvSpPr>
          <p:cNvPr id="10" name="Content Placeholder 9">
            <a:extLst>
              <a:ext uri="{FF2B5EF4-FFF2-40B4-BE49-F238E27FC236}">
                <a16:creationId xmlns:a16="http://schemas.microsoft.com/office/drawing/2014/main" id="{E01F0EAC-DF03-4553-8D22-C26B163DC97D}"/>
              </a:ext>
            </a:extLst>
          </p:cNvPr>
          <p:cNvSpPr>
            <a:spLocks noGrp="1"/>
          </p:cNvSpPr>
          <p:nvPr>
            <p:ph sz="quarter" idx="14" hasCustomPrompt="1"/>
          </p:nvPr>
        </p:nvSpPr>
        <p:spPr>
          <a:xfrm>
            <a:off x="360363" y="1710000"/>
            <a:ext cx="11466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1862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1 x content +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B7F44-1A9D-43CE-8B94-70E892BCC6C4}"/>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0F0CD56-CDEF-4F99-82E9-F8344BA7D8B8}"/>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CAF17232-4933-4B44-AB0A-14F7352465FB}"/>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54A8CE99-0AD9-4D9C-9C09-47545620E96B}"/>
              </a:ext>
            </a:extLst>
          </p:cNvPr>
          <p:cNvSpPr>
            <a:spLocks noGrp="1"/>
          </p:cNvSpPr>
          <p:nvPr>
            <p:ph type="body" sz="quarter" idx="12" hasCustomPrompt="1"/>
          </p:nvPr>
        </p:nvSpPr>
        <p:spPr>
          <a:xfrm>
            <a:off x="360000" y="1710000"/>
            <a:ext cx="11464925"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58CF1398-AEAE-44BE-B05F-E03B17EB921A}"/>
              </a:ext>
            </a:extLst>
          </p:cNvPr>
          <p:cNvSpPr>
            <a:spLocks noGrp="1"/>
          </p:cNvSpPr>
          <p:nvPr>
            <p:ph sz="quarter" idx="13" hasCustomPrompt="1"/>
          </p:nvPr>
        </p:nvSpPr>
        <p:spPr>
          <a:xfrm>
            <a:off x="360000" y="2376000"/>
            <a:ext cx="11466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A51D583-D2F5-4206-82FD-3E7E687E574D}"/>
              </a:ext>
            </a:extLst>
          </p:cNvPr>
          <p:cNvSpPr>
            <a:spLocks noGrp="1"/>
          </p:cNvSpPr>
          <p:nvPr>
            <p:ph type="body" sz="quarter" idx="14" hasCustomPrompt="1"/>
          </p:nvPr>
        </p:nvSpPr>
        <p:spPr>
          <a:xfrm>
            <a:off x="360000" y="910800"/>
            <a:ext cx="11466513"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145769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le and 2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667F2-B31E-4932-857C-E542EC7E06FE}"/>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4286C412-8D9A-4518-BD82-093D1D70BD3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458D1434-081E-42DD-A0E7-8AD211AD6053}"/>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F1D24B38-2DD2-4BE4-A6BC-6AB461A6A6AC}"/>
              </a:ext>
            </a:extLst>
          </p:cNvPr>
          <p:cNvSpPr>
            <a:spLocks noGrp="1"/>
          </p:cNvSpPr>
          <p:nvPr>
            <p:ph sz="quarter" idx="12" hasCustomPrompt="1"/>
          </p:nvPr>
        </p:nvSpPr>
        <p:spPr>
          <a:xfrm>
            <a:off x="360363" y="171000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A028BB49-92B7-4BBE-AD91-816AF9386D4C}"/>
              </a:ext>
            </a:extLst>
          </p:cNvPr>
          <p:cNvSpPr>
            <a:spLocks noGrp="1"/>
          </p:cNvSpPr>
          <p:nvPr>
            <p:ph sz="quarter" idx="13" hasCustomPrompt="1"/>
          </p:nvPr>
        </p:nvSpPr>
        <p:spPr>
          <a:xfrm>
            <a:off x="6200965" y="1710000"/>
            <a:ext cx="5626800" cy="3998913"/>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29FAE1AF-1132-4B0D-8DC6-F52576CE682C}"/>
              </a:ext>
            </a:extLst>
          </p:cNvPr>
          <p:cNvSpPr>
            <a:spLocks noGrp="1"/>
          </p:cNvSpPr>
          <p:nvPr>
            <p:ph type="body" sz="quarter" idx="14" hasCustomPrompt="1"/>
          </p:nvPr>
        </p:nvSpPr>
        <p:spPr>
          <a:xfrm>
            <a:off x="360363"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1815312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2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7A87-9762-46A5-A1BF-60907C2C37A7}"/>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CEE70F8-6350-4489-8BF1-B1E111BCABD9}"/>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A50CCAD9-3BB6-43FD-8F71-48FD58809076}"/>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260E6D9E-AC7D-4CD8-9A1B-DC502AAB0B81}"/>
              </a:ext>
            </a:extLst>
          </p:cNvPr>
          <p:cNvSpPr>
            <a:spLocks noGrp="1"/>
          </p:cNvSpPr>
          <p:nvPr>
            <p:ph type="body" sz="quarter" idx="12" hasCustomPrompt="1"/>
          </p:nvPr>
        </p:nvSpPr>
        <p:spPr>
          <a:xfrm>
            <a:off x="360363" y="1710000"/>
            <a:ext cx="5626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0F252CF9-0987-4CBA-8CC7-B6582ECA2390}"/>
              </a:ext>
            </a:extLst>
          </p:cNvPr>
          <p:cNvSpPr>
            <a:spLocks noGrp="1"/>
          </p:cNvSpPr>
          <p:nvPr>
            <p:ph sz="quarter" idx="13" hasCustomPrompt="1"/>
          </p:nvPr>
        </p:nvSpPr>
        <p:spPr>
          <a:xfrm>
            <a:off x="360363" y="2376000"/>
            <a:ext cx="5626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1FAA4903-9221-4FF9-912C-268A8584F333}"/>
              </a:ext>
            </a:extLst>
          </p:cNvPr>
          <p:cNvSpPr>
            <a:spLocks noGrp="1"/>
          </p:cNvSpPr>
          <p:nvPr>
            <p:ph type="body" sz="quarter" idx="14" hasCustomPrompt="1"/>
          </p:nvPr>
        </p:nvSpPr>
        <p:spPr>
          <a:xfrm>
            <a:off x="6202800" y="1710000"/>
            <a:ext cx="5626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3F8654F-9C23-4A2E-AF1D-7C6743D88CE6}"/>
              </a:ext>
            </a:extLst>
          </p:cNvPr>
          <p:cNvSpPr>
            <a:spLocks noGrp="1"/>
          </p:cNvSpPr>
          <p:nvPr>
            <p:ph sz="quarter" idx="15" hasCustomPrompt="1"/>
          </p:nvPr>
        </p:nvSpPr>
        <p:spPr>
          <a:xfrm>
            <a:off x="6202363" y="2376488"/>
            <a:ext cx="5626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D1F22C1D-496B-4E53-BF19-ED9291DCCF94}"/>
              </a:ext>
            </a:extLst>
          </p:cNvPr>
          <p:cNvSpPr>
            <a:spLocks noGrp="1"/>
          </p:cNvSpPr>
          <p:nvPr>
            <p:ph type="body" sz="quarter" idx="16" hasCustomPrompt="1"/>
          </p:nvPr>
        </p:nvSpPr>
        <p:spPr>
          <a:xfrm>
            <a:off x="360363" y="910800"/>
            <a:ext cx="11466512"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278756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3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ECC06-0E64-440D-9CE8-5164D165186F}"/>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F490BAE0-3503-40B7-97FF-3BBA5C4DD77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A542D4FE-2A34-4C36-A765-CE00B9912ADD}"/>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D9E4B3E9-7CA2-4847-B7BD-96957DE30226}"/>
              </a:ext>
            </a:extLst>
          </p:cNvPr>
          <p:cNvSpPr>
            <a:spLocks noGrp="1"/>
          </p:cNvSpPr>
          <p:nvPr>
            <p:ph sz="quarter" idx="12" hasCustomPrompt="1"/>
          </p:nvPr>
        </p:nvSpPr>
        <p:spPr>
          <a:xfrm>
            <a:off x="360362"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910D5E0E-637F-4A32-A98F-3FE4ED81219E}"/>
              </a:ext>
            </a:extLst>
          </p:cNvPr>
          <p:cNvSpPr>
            <a:spLocks noGrp="1"/>
          </p:cNvSpPr>
          <p:nvPr>
            <p:ph sz="quarter" idx="13" hasCustomPrompt="1"/>
          </p:nvPr>
        </p:nvSpPr>
        <p:spPr>
          <a:xfrm>
            <a:off x="4257618"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6435609-FC5D-424F-A15C-A0856D1FFFF3}"/>
              </a:ext>
            </a:extLst>
          </p:cNvPr>
          <p:cNvSpPr>
            <a:spLocks noGrp="1"/>
          </p:cNvSpPr>
          <p:nvPr>
            <p:ph sz="quarter" idx="14" hasCustomPrompt="1"/>
          </p:nvPr>
        </p:nvSpPr>
        <p:spPr>
          <a:xfrm>
            <a:off x="8154874" y="1710000"/>
            <a:ext cx="36720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11">
            <a:extLst>
              <a:ext uri="{FF2B5EF4-FFF2-40B4-BE49-F238E27FC236}">
                <a16:creationId xmlns:a16="http://schemas.microsoft.com/office/drawing/2014/main" id="{F7582AC7-4667-407B-A5E8-45D6349311AA}"/>
              </a:ext>
            </a:extLst>
          </p:cNvPr>
          <p:cNvSpPr>
            <a:spLocks noGrp="1"/>
          </p:cNvSpPr>
          <p:nvPr>
            <p:ph type="body" sz="quarter" idx="15" hasCustomPrompt="1"/>
          </p:nvPr>
        </p:nvSpPr>
        <p:spPr>
          <a:xfrm>
            <a:off x="360000" y="910800"/>
            <a:ext cx="11466000"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4244760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nd 3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AEE3-9929-4A79-A968-8D4311BF5D5E}"/>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DDAA155B-CCB9-45EF-83E7-A4F386C3D59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6E46BAB9-04B4-4317-A1F0-FDDB9A1286EA}"/>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02044888-1B05-4294-ABC2-A93A4A32E0DD}"/>
              </a:ext>
            </a:extLst>
          </p:cNvPr>
          <p:cNvSpPr>
            <a:spLocks noGrp="1"/>
          </p:cNvSpPr>
          <p:nvPr>
            <p:ph type="body" sz="quarter" idx="12" hasCustomPrompt="1"/>
          </p:nvPr>
        </p:nvSpPr>
        <p:spPr>
          <a:xfrm>
            <a:off x="360000" y="1710000"/>
            <a:ext cx="3672000" cy="604800"/>
          </a:xfrm>
        </p:spPr>
        <p:txBody>
          <a:bodyPr/>
          <a:lstStyle>
            <a:lvl1pPr>
              <a:defRPr b="1"/>
            </a:lvl1pPr>
          </a:lstStyle>
          <a:p>
            <a:pPr lvl="0"/>
            <a:r>
              <a:rPr lang="en-US"/>
              <a:t>Click to add text</a:t>
            </a:r>
          </a:p>
        </p:txBody>
      </p:sp>
      <p:sp>
        <p:nvSpPr>
          <p:cNvPr id="8" name="Content Placeholder 7">
            <a:extLst>
              <a:ext uri="{FF2B5EF4-FFF2-40B4-BE49-F238E27FC236}">
                <a16:creationId xmlns:a16="http://schemas.microsoft.com/office/drawing/2014/main" id="{FB8C48F8-FEC0-41E0-BBB9-68EC3003D7D8}"/>
              </a:ext>
            </a:extLst>
          </p:cNvPr>
          <p:cNvSpPr>
            <a:spLocks noGrp="1"/>
          </p:cNvSpPr>
          <p:nvPr>
            <p:ph sz="quarter" idx="13" hasCustomPrompt="1"/>
          </p:nvPr>
        </p:nvSpPr>
        <p:spPr>
          <a:xfrm>
            <a:off x="360363"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F59D2917-03D0-4000-AA1D-13CEEB10FBFD}"/>
              </a:ext>
            </a:extLst>
          </p:cNvPr>
          <p:cNvSpPr>
            <a:spLocks noGrp="1"/>
          </p:cNvSpPr>
          <p:nvPr>
            <p:ph type="body" sz="quarter" idx="14" hasCustomPrompt="1"/>
          </p:nvPr>
        </p:nvSpPr>
        <p:spPr>
          <a:xfrm>
            <a:off x="4257437" y="1710000"/>
            <a:ext cx="36720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DE23886-2490-491C-8436-F655BBCD8C99}"/>
              </a:ext>
            </a:extLst>
          </p:cNvPr>
          <p:cNvSpPr>
            <a:spLocks noGrp="1"/>
          </p:cNvSpPr>
          <p:nvPr>
            <p:ph sz="quarter" idx="15" hasCustomPrompt="1"/>
          </p:nvPr>
        </p:nvSpPr>
        <p:spPr>
          <a:xfrm>
            <a:off x="4257619" y="2376488"/>
            <a:ext cx="36720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51DA3C15-7E9D-4E22-895A-F50878BD332E}"/>
              </a:ext>
            </a:extLst>
          </p:cNvPr>
          <p:cNvSpPr>
            <a:spLocks noGrp="1"/>
          </p:cNvSpPr>
          <p:nvPr>
            <p:ph type="body" sz="quarter" idx="16" hasCustomPrompt="1"/>
          </p:nvPr>
        </p:nvSpPr>
        <p:spPr>
          <a:xfrm>
            <a:off x="8154874" y="1710000"/>
            <a:ext cx="3672000" cy="604838"/>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C41F52C9-6836-4FC9-99EA-1BF6FF01DF3F}"/>
              </a:ext>
            </a:extLst>
          </p:cNvPr>
          <p:cNvSpPr>
            <a:spLocks noGrp="1"/>
          </p:cNvSpPr>
          <p:nvPr>
            <p:ph sz="quarter" idx="17" hasCustomPrompt="1"/>
          </p:nvPr>
        </p:nvSpPr>
        <p:spPr>
          <a:xfrm>
            <a:off x="8154874" y="2376000"/>
            <a:ext cx="36720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593581B-25F6-45F4-A388-25B91698559B}"/>
              </a:ext>
            </a:extLst>
          </p:cNvPr>
          <p:cNvSpPr>
            <a:spLocks noGrp="1"/>
          </p:cNvSpPr>
          <p:nvPr>
            <p:ph type="body" sz="quarter" idx="18" hasCustomPrompt="1"/>
          </p:nvPr>
        </p:nvSpPr>
        <p:spPr>
          <a:xfrm>
            <a:off x="360000"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131238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4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880B-B2A1-4343-8F1B-D11FAEA2A2C5}"/>
              </a:ext>
            </a:extLst>
          </p:cNvPr>
          <p:cNvSpPr>
            <a:spLocks noGrp="1"/>
          </p:cNvSpPr>
          <p:nvPr>
            <p:ph type="title" hasCustomPrompt="1"/>
          </p:nvPr>
        </p:nvSpPr>
        <p:spPr>
          <a:xfrm>
            <a:off x="359999" y="430718"/>
            <a:ext cx="11466875" cy="403200"/>
          </a:xfrm>
        </p:spPr>
        <p:txBody>
          <a:bodyPr/>
          <a:lstStyle/>
          <a:p>
            <a:r>
              <a:rPr lang="en-US"/>
              <a:t>Click to add title</a:t>
            </a:r>
            <a:endParaRPr lang="en-GB"/>
          </a:p>
        </p:txBody>
      </p:sp>
      <p:sp>
        <p:nvSpPr>
          <p:cNvPr id="3" name="Slide Number Placeholder 2">
            <a:extLst>
              <a:ext uri="{FF2B5EF4-FFF2-40B4-BE49-F238E27FC236}">
                <a16:creationId xmlns:a16="http://schemas.microsoft.com/office/drawing/2014/main" id="{C41184D5-78E0-4646-8F38-C52C718FF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09802832-2B66-4562-9C71-D7D1507397C2}"/>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AEF49FA9-6D89-44C4-B6C9-EA8D7FB75632}"/>
              </a:ext>
            </a:extLst>
          </p:cNvPr>
          <p:cNvSpPr>
            <a:spLocks noGrp="1"/>
          </p:cNvSpPr>
          <p:nvPr>
            <p:ph sz="quarter" idx="12" hasCustomPrompt="1"/>
          </p:nvPr>
        </p:nvSpPr>
        <p:spPr>
          <a:xfrm>
            <a:off x="360362"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BAD1D924-231B-4C18-8E90-2DFF9C04EF04}"/>
              </a:ext>
            </a:extLst>
          </p:cNvPr>
          <p:cNvSpPr>
            <a:spLocks noGrp="1"/>
          </p:cNvSpPr>
          <p:nvPr>
            <p:ph sz="quarter" idx="13" hasCustomPrompt="1"/>
          </p:nvPr>
        </p:nvSpPr>
        <p:spPr>
          <a:xfrm>
            <a:off x="3272933"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9EF0024D-3708-4302-8C69-256AD7593873}"/>
              </a:ext>
            </a:extLst>
          </p:cNvPr>
          <p:cNvSpPr>
            <a:spLocks noGrp="1"/>
          </p:cNvSpPr>
          <p:nvPr>
            <p:ph sz="quarter" idx="14" hasCustomPrompt="1"/>
          </p:nvPr>
        </p:nvSpPr>
        <p:spPr>
          <a:xfrm>
            <a:off x="618550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E3415997-1B6E-4BEC-B682-F9280D0D5E3E}"/>
              </a:ext>
            </a:extLst>
          </p:cNvPr>
          <p:cNvSpPr>
            <a:spLocks noGrp="1"/>
          </p:cNvSpPr>
          <p:nvPr>
            <p:ph sz="quarter" idx="15" hasCustomPrompt="1"/>
          </p:nvPr>
        </p:nvSpPr>
        <p:spPr>
          <a:xfrm>
            <a:off x="9098074" y="1710000"/>
            <a:ext cx="2728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A97B1331-D3E0-4904-82E5-02B601057EBC}"/>
              </a:ext>
            </a:extLst>
          </p:cNvPr>
          <p:cNvSpPr>
            <a:spLocks noGrp="1"/>
          </p:cNvSpPr>
          <p:nvPr>
            <p:ph type="body" sz="quarter" idx="16" hasCustomPrompt="1"/>
          </p:nvPr>
        </p:nvSpPr>
        <p:spPr>
          <a:xfrm>
            <a:off x="360000" y="910800"/>
            <a:ext cx="11466000" cy="396000"/>
          </a:xfrm>
        </p:spPr>
        <p:txBody>
          <a:bodyPr/>
          <a:lstStyle>
            <a:lvl1pPr>
              <a:defRPr sz="2200"/>
            </a:lvl1pPr>
          </a:lstStyle>
          <a:p>
            <a:pPr lvl="0"/>
            <a:r>
              <a:rPr lang="en-US"/>
              <a:t>Click to add subtitle</a:t>
            </a:r>
            <a:endParaRPr lang="en-GB"/>
          </a:p>
        </p:txBody>
      </p:sp>
    </p:spTree>
    <p:extLst>
      <p:ext uri="{BB962C8B-B14F-4D97-AF65-F5344CB8AC3E}">
        <p14:creationId xmlns:p14="http://schemas.microsoft.com/office/powerpoint/2010/main" val="2543830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and 4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6C45C-9BBB-4B14-BC71-8D9593AF9252}"/>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DCA3869-0626-4D7E-A07F-ED2B248D284C}"/>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F29845BF-B227-4307-81B9-E7C8FC57CD26}"/>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C1A4FC7E-D91D-407A-BFBE-F405D6BBEA67}"/>
              </a:ext>
            </a:extLst>
          </p:cNvPr>
          <p:cNvSpPr>
            <a:spLocks noGrp="1"/>
          </p:cNvSpPr>
          <p:nvPr>
            <p:ph type="body" sz="quarter" idx="12" hasCustomPrompt="1"/>
          </p:nvPr>
        </p:nvSpPr>
        <p:spPr>
          <a:xfrm>
            <a:off x="360000" y="1710000"/>
            <a:ext cx="27288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129916EF-EC2F-4137-B182-AA5508918E8F}"/>
              </a:ext>
            </a:extLst>
          </p:cNvPr>
          <p:cNvSpPr>
            <a:spLocks noGrp="1"/>
          </p:cNvSpPr>
          <p:nvPr>
            <p:ph sz="quarter" idx="13" hasCustomPrompt="1"/>
          </p:nvPr>
        </p:nvSpPr>
        <p:spPr>
          <a:xfrm>
            <a:off x="360000"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6D9A3CD5-4B7B-41AC-BFD5-7AA2D853D03E}"/>
              </a:ext>
            </a:extLst>
          </p:cNvPr>
          <p:cNvSpPr>
            <a:spLocks noGrp="1"/>
          </p:cNvSpPr>
          <p:nvPr>
            <p:ph type="body" sz="quarter" idx="14" hasCustomPrompt="1"/>
          </p:nvPr>
        </p:nvSpPr>
        <p:spPr>
          <a:xfrm>
            <a:off x="3272691" y="1710000"/>
            <a:ext cx="2728800" cy="604838"/>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35F727AD-E63B-412E-B986-D86DFE5EED29}"/>
              </a:ext>
            </a:extLst>
          </p:cNvPr>
          <p:cNvSpPr>
            <a:spLocks noGrp="1"/>
          </p:cNvSpPr>
          <p:nvPr>
            <p:ph sz="quarter" idx="15" hasCustomPrompt="1"/>
          </p:nvPr>
        </p:nvSpPr>
        <p:spPr>
          <a:xfrm>
            <a:off x="3272691" y="2376488"/>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CEE6CD4-960B-4926-8A35-E8FF363F8723}"/>
              </a:ext>
            </a:extLst>
          </p:cNvPr>
          <p:cNvSpPr>
            <a:spLocks noGrp="1"/>
          </p:cNvSpPr>
          <p:nvPr>
            <p:ph type="body" sz="quarter" idx="16" hasCustomPrompt="1"/>
          </p:nvPr>
        </p:nvSpPr>
        <p:spPr>
          <a:xfrm>
            <a:off x="6185382" y="1710000"/>
            <a:ext cx="27288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E544BF1C-E9EC-43D2-A239-79E43B7C24CD}"/>
              </a:ext>
            </a:extLst>
          </p:cNvPr>
          <p:cNvSpPr>
            <a:spLocks noGrp="1"/>
          </p:cNvSpPr>
          <p:nvPr>
            <p:ph sz="quarter" idx="17" hasCustomPrompt="1"/>
          </p:nvPr>
        </p:nvSpPr>
        <p:spPr>
          <a:xfrm>
            <a:off x="6185382" y="2376000"/>
            <a:ext cx="27288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27027DC-FD56-4CD6-8B38-7C623A97D1C4}"/>
              </a:ext>
            </a:extLst>
          </p:cNvPr>
          <p:cNvSpPr>
            <a:spLocks noGrp="1"/>
          </p:cNvSpPr>
          <p:nvPr>
            <p:ph type="body" sz="quarter" idx="18" hasCustomPrompt="1"/>
          </p:nvPr>
        </p:nvSpPr>
        <p:spPr>
          <a:xfrm>
            <a:off x="9098074" y="1710000"/>
            <a:ext cx="27288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5513656D-7804-45C7-9561-4FFDBE1F523B}"/>
              </a:ext>
            </a:extLst>
          </p:cNvPr>
          <p:cNvSpPr>
            <a:spLocks noGrp="1"/>
          </p:cNvSpPr>
          <p:nvPr>
            <p:ph sz="quarter" idx="19" hasCustomPrompt="1"/>
          </p:nvPr>
        </p:nvSpPr>
        <p:spPr>
          <a:xfrm>
            <a:off x="9098074" y="2376488"/>
            <a:ext cx="2728800" cy="3343275"/>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A444E5-6DCB-4387-82D7-374FBA34E3ED}"/>
              </a:ext>
            </a:extLst>
          </p:cNvPr>
          <p:cNvSpPr>
            <a:spLocks noGrp="1"/>
          </p:cNvSpPr>
          <p:nvPr>
            <p:ph type="body" sz="quarter" idx="20" hasCustomPrompt="1"/>
          </p:nvPr>
        </p:nvSpPr>
        <p:spPr>
          <a:xfrm>
            <a:off x="360363" y="910800"/>
            <a:ext cx="11466512"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3577317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and 5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ED13-8109-40D7-B85E-48D72364D6E5}"/>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5A60EB60-D174-4782-B63F-DCF2657E1B1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E54526FD-FB6E-4148-89B3-7D266E27BD8F}"/>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AC5E99A7-B8B8-4860-8872-63A20BC4983E}"/>
              </a:ext>
            </a:extLst>
          </p:cNvPr>
          <p:cNvSpPr>
            <a:spLocks noGrp="1"/>
          </p:cNvSpPr>
          <p:nvPr>
            <p:ph sz="quarter" idx="12" hasCustomPrompt="1"/>
          </p:nvPr>
        </p:nvSpPr>
        <p:spPr>
          <a:xfrm>
            <a:off x="360363"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7136CF45-35B9-4F30-93CE-11D7DC6AE4AB}"/>
              </a:ext>
            </a:extLst>
          </p:cNvPr>
          <p:cNvSpPr>
            <a:spLocks noGrp="1"/>
          </p:cNvSpPr>
          <p:nvPr>
            <p:ph sz="quarter" idx="13" hasCustomPrompt="1"/>
          </p:nvPr>
        </p:nvSpPr>
        <p:spPr>
          <a:xfrm>
            <a:off x="2689691"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A190C909-262D-4930-924B-8C4285CF8554}"/>
              </a:ext>
            </a:extLst>
          </p:cNvPr>
          <p:cNvSpPr>
            <a:spLocks noGrp="1"/>
          </p:cNvSpPr>
          <p:nvPr>
            <p:ph sz="quarter" idx="14" hasCustomPrompt="1"/>
          </p:nvPr>
        </p:nvSpPr>
        <p:spPr>
          <a:xfrm>
            <a:off x="5019019"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C18864E4-1D92-4544-8F52-1155810D7924}"/>
              </a:ext>
            </a:extLst>
          </p:cNvPr>
          <p:cNvSpPr>
            <a:spLocks noGrp="1"/>
          </p:cNvSpPr>
          <p:nvPr>
            <p:ph sz="quarter" idx="15" hasCustomPrompt="1"/>
          </p:nvPr>
        </p:nvSpPr>
        <p:spPr>
          <a:xfrm>
            <a:off x="7348347"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E68E0E68-5345-4D62-8D07-AE58AE330678}"/>
              </a:ext>
            </a:extLst>
          </p:cNvPr>
          <p:cNvSpPr>
            <a:spLocks noGrp="1"/>
          </p:cNvSpPr>
          <p:nvPr>
            <p:ph sz="quarter" idx="16" hasCustomPrompt="1"/>
          </p:nvPr>
        </p:nvSpPr>
        <p:spPr>
          <a:xfrm>
            <a:off x="9677674" y="1710000"/>
            <a:ext cx="21492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5">
            <a:extLst>
              <a:ext uri="{FF2B5EF4-FFF2-40B4-BE49-F238E27FC236}">
                <a16:creationId xmlns:a16="http://schemas.microsoft.com/office/drawing/2014/main" id="{3E23F4F6-B0E8-4724-933C-35F21A7E4235}"/>
              </a:ext>
            </a:extLst>
          </p:cNvPr>
          <p:cNvSpPr>
            <a:spLocks noGrp="1"/>
          </p:cNvSpPr>
          <p:nvPr>
            <p:ph type="body" sz="quarter" idx="17" hasCustomPrompt="1"/>
          </p:nvPr>
        </p:nvSpPr>
        <p:spPr>
          <a:xfrm>
            <a:off x="360874" y="910800"/>
            <a:ext cx="11466000" cy="396000"/>
          </a:xfrm>
        </p:spPr>
        <p:txBody>
          <a:bodyPr/>
          <a:lstStyle>
            <a:lvl1pPr>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2826959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5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5C433-9252-44D6-8AA4-495DB59340DB}"/>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A76AA46E-1017-4823-B4EC-B35766CE6763}"/>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01E1B86A-68D0-4D2D-A5CB-00F231C8BC28}"/>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634B8469-FF2E-4467-8E43-A49A3388A2F3}"/>
              </a:ext>
            </a:extLst>
          </p:cNvPr>
          <p:cNvSpPr>
            <a:spLocks noGrp="1"/>
          </p:cNvSpPr>
          <p:nvPr>
            <p:ph type="body" sz="quarter" idx="12" hasCustomPrompt="1"/>
          </p:nvPr>
        </p:nvSpPr>
        <p:spPr>
          <a:xfrm>
            <a:off x="360363" y="1710000"/>
            <a:ext cx="21492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6F0DDC14-9B67-4FE8-BC58-A70501A5344F}"/>
              </a:ext>
            </a:extLst>
          </p:cNvPr>
          <p:cNvSpPr>
            <a:spLocks noGrp="1"/>
          </p:cNvSpPr>
          <p:nvPr>
            <p:ph sz="quarter" idx="13" hasCustomPrompt="1"/>
          </p:nvPr>
        </p:nvSpPr>
        <p:spPr>
          <a:xfrm>
            <a:off x="360000"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A007D028-2ECB-46AF-8517-CCF9C089D819}"/>
              </a:ext>
            </a:extLst>
          </p:cNvPr>
          <p:cNvSpPr>
            <a:spLocks noGrp="1"/>
          </p:cNvSpPr>
          <p:nvPr>
            <p:ph type="body" sz="quarter" idx="14" hasCustomPrompt="1"/>
          </p:nvPr>
        </p:nvSpPr>
        <p:spPr>
          <a:xfrm>
            <a:off x="2689691" y="1710000"/>
            <a:ext cx="21492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2F1DDE75-E486-4A48-BDBB-2C2A5B5E64D3}"/>
              </a:ext>
            </a:extLst>
          </p:cNvPr>
          <p:cNvSpPr>
            <a:spLocks noGrp="1"/>
          </p:cNvSpPr>
          <p:nvPr>
            <p:ph sz="quarter" idx="15" hasCustomPrompt="1"/>
          </p:nvPr>
        </p:nvSpPr>
        <p:spPr>
          <a:xfrm>
            <a:off x="2689419"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87A506B6-1DA9-4CD7-9F56-C6BF2FDC187B}"/>
              </a:ext>
            </a:extLst>
          </p:cNvPr>
          <p:cNvSpPr>
            <a:spLocks noGrp="1"/>
          </p:cNvSpPr>
          <p:nvPr>
            <p:ph type="body" sz="quarter" idx="16" hasCustomPrompt="1"/>
          </p:nvPr>
        </p:nvSpPr>
        <p:spPr>
          <a:xfrm>
            <a:off x="5019019" y="1710000"/>
            <a:ext cx="21492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3F41FFAE-2857-4B94-916D-0210AE0A1766}"/>
              </a:ext>
            </a:extLst>
          </p:cNvPr>
          <p:cNvSpPr>
            <a:spLocks noGrp="1"/>
          </p:cNvSpPr>
          <p:nvPr>
            <p:ph sz="quarter" idx="17" hasCustomPrompt="1"/>
          </p:nvPr>
        </p:nvSpPr>
        <p:spPr>
          <a:xfrm>
            <a:off x="5018838"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8C34C508-C3AF-422F-B1C7-A38F34513AB7}"/>
              </a:ext>
            </a:extLst>
          </p:cNvPr>
          <p:cNvSpPr>
            <a:spLocks noGrp="1"/>
          </p:cNvSpPr>
          <p:nvPr>
            <p:ph type="body" sz="quarter" idx="18" hasCustomPrompt="1"/>
          </p:nvPr>
        </p:nvSpPr>
        <p:spPr>
          <a:xfrm>
            <a:off x="7348347" y="1710000"/>
            <a:ext cx="21492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0D9455C4-8047-4B5B-B5BC-4A0379405BC2}"/>
              </a:ext>
            </a:extLst>
          </p:cNvPr>
          <p:cNvSpPr>
            <a:spLocks noGrp="1"/>
          </p:cNvSpPr>
          <p:nvPr>
            <p:ph sz="quarter" idx="19" hasCustomPrompt="1"/>
          </p:nvPr>
        </p:nvSpPr>
        <p:spPr>
          <a:xfrm>
            <a:off x="7348257" y="2376488"/>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5AEAC907-A41C-4782-BCD8-2B8C0ADD422D}"/>
              </a:ext>
            </a:extLst>
          </p:cNvPr>
          <p:cNvSpPr>
            <a:spLocks noGrp="1"/>
          </p:cNvSpPr>
          <p:nvPr>
            <p:ph type="body" sz="quarter" idx="20" hasCustomPrompt="1"/>
          </p:nvPr>
        </p:nvSpPr>
        <p:spPr>
          <a:xfrm>
            <a:off x="9677674" y="1710000"/>
            <a:ext cx="21492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056BBA8E-FD61-47C5-A779-B66918B4D327}"/>
              </a:ext>
            </a:extLst>
          </p:cNvPr>
          <p:cNvSpPr>
            <a:spLocks noGrp="1"/>
          </p:cNvSpPr>
          <p:nvPr>
            <p:ph sz="quarter" idx="21" hasCustomPrompt="1"/>
          </p:nvPr>
        </p:nvSpPr>
        <p:spPr>
          <a:xfrm>
            <a:off x="9677674" y="2376000"/>
            <a:ext cx="21492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48EED4C4-55A2-440F-BFEB-B054C51690A5}"/>
              </a:ext>
            </a:extLst>
          </p:cNvPr>
          <p:cNvSpPr>
            <a:spLocks noGrp="1"/>
          </p:cNvSpPr>
          <p:nvPr>
            <p:ph type="body" sz="quarter" idx="22" hasCustomPrompt="1"/>
          </p:nvPr>
        </p:nvSpPr>
        <p:spPr>
          <a:xfrm>
            <a:off x="360000" y="910800"/>
            <a:ext cx="11466000"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68443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6 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4F353-7CBB-4EBB-BB48-0DDB45E9B8E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055794D1-DF29-4B89-9359-EE65C8A56AFE}"/>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5C772A83-22C7-42BE-87D1-B99FEC13505C}"/>
              </a:ext>
            </a:extLst>
          </p:cNvPr>
          <p:cNvSpPr>
            <a:spLocks noGrp="1"/>
          </p:cNvSpPr>
          <p:nvPr>
            <p:ph type="ftr" sz="quarter" idx="11"/>
          </p:nvPr>
        </p:nvSpPr>
        <p:spPr/>
        <p:txBody>
          <a:bodyPr/>
          <a:lstStyle/>
          <a:p>
            <a:endParaRPr lang="en-GB"/>
          </a:p>
        </p:txBody>
      </p:sp>
      <p:sp>
        <p:nvSpPr>
          <p:cNvPr id="6" name="Content Placeholder 5">
            <a:extLst>
              <a:ext uri="{FF2B5EF4-FFF2-40B4-BE49-F238E27FC236}">
                <a16:creationId xmlns:a16="http://schemas.microsoft.com/office/drawing/2014/main" id="{127B7932-7D06-4E7E-AF70-44D39F481C0B}"/>
              </a:ext>
            </a:extLst>
          </p:cNvPr>
          <p:cNvSpPr>
            <a:spLocks noGrp="1"/>
          </p:cNvSpPr>
          <p:nvPr>
            <p:ph sz="quarter" idx="12" hasCustomPrompt="1"/>
          </p:nvPr>
        </p:nvSpPr>
        <p:spPr>
          <a:xfrm>
            <a:off x="3600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ontent Placeholder 7">
            <a:extLst>
              <a:ext uri="{FF2B5EF4-FFF2-40B4-BE49-F238E27FC236}">
                <a16:creationId xmlns:a16="http://schemas.microsoft.com/office/drawing/2014/main" id="{2FB353AB-4D08-4BBD-91C2-E6A30A5F493F}"/>
              </a:ext>
            </a:extLst>
          </p:cNvPr>
          <p:cNvSpPr>
            <a:spLocks noGrp="1"/>
          </p:cNvSpPr>
          <p:nvPr>
            <p:ph sz="quarter" idx="13" hasCustomPrompt="1"/>
          </p:nvPr>
        </p:nvSpPr>
        <p:spPr>
          <a:xfrm>
            <a:off x="230112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9">
            <a:extLst>
              <a:ext uri="{FF2B5EF4-FFF2-40B4-BE49-F238E27FC236}">
                <a16:creationId xmlns:a16="http://schemas.microsoft.com/office/drawing/2014/main" id="{F4A6B5AF-EB3C-46C5-B212-27204822781C}"/>
              </a:ext>
            </a:extLst>
          </p:cNvPr>
          <p:cNvSpPr>
            <a:spLocks noGrp="1"/>
          </p:cNvSpPr>
          <p:nvPr>
            <p:ph sz="quarter" idx="14" hasCustomPrompt="1"/>
          </p:nvPr>
        </p:nvSpPr>
        <p:spPr>
          <a:xfrm>
            <a:off x="424224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Content Placeholder 11">
            <a:extLst>
              <a:ext uri="{FF2B5EF4-FFF2-40B4-BE49-F238E27FC236}">
                <a16:creationId xmlns:a16="http://schemas.microsoft.com/office/drawing/2014/main" id="{5800475F-DBE2-47A0-89B9-1175EDD8427E}"/>
              </a:ext>
            </a:extLst>
          </p:cNvPr>
          <p:cNvSpPr>
            <a:spLocks noGrp="1"/>
          </p:cNvSpPr>
          <p:nvPr>
            <p:ph sz="quarter" idx="15" hasCustomPrompt="1"/>
          </p:nvPr>
        </p:nvSpPr>
        <p:spPr>
          <a:xfrm>
            <a:off x="618336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Content Placeholder 13">
            <a:extLst>
              <a:ext uri="{FF2B5EF4-FFF2-40B4-BE49-F238E27FC236}">
                <a16:creationId xmlns:a16="http://schemas.microsoft.com/office/drawing/2014/main" id="{0B5CE08A-01D2-488B-843A-CA3415AB7320}"/>
              </a:ext>
            </a:extLst>
          </p:cNvPr>
          <p:cNvSpPr>
            <a:spLocks noGrp="1"/>
          </p:cNvSpPr>
          <p:nvPr>
            <p:ph sz="quarter" idx="16" hasCustomPrompt="1"/>
          </p:nvPr>
        </p:nvSpPr>
        <p:spPr>
          <a:xfrm>
            <a:off x="812448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15">
            <a:extLst>
              <a:ext uri="{FF2B5EF4-FFF2-40B4-BE49-F238E27FC236}">
                <a16:creationId xmlns:a16="http://schemas.microsoft.com/office/drawing/2014/main" id="{39BAB9BC-6F39-4494-87B4-04D45B7607BE}"/>
              </a:ext>
            </a:extLst>
          </p:cNvPr>
          <p:cNvSpPr>
            <a:spLocks noGrp="1"/>
          </p:cNvSpPr>
          <p:nvPr>
            <p:ph sz="quarter" idx="17" hasCustomPrompt="1"/>
          </p:nvPr>
        </p:nvSpPr>
        <p:spPr>
          <a:xfrm>
            <a:off x="10065600" y="1710000"/>
            <a:ext cx="17604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569F7FED-54BA-4C56-83A5-FA8601194047}"/>
              </a:ext>
            </a:extLst>
          </p:cNvPr>
          <p:cNvSpPr>
            <a:spLocks noGrp="1"/>
          </p:cNvSpPr>
          <p:nvPr>
            <p:ph type="body" sz="quarter" idx="18" hasCustomPrompt="1"/>
          </p:nvPr>
        </p:nvSpPr>
        <p:spPr>
          <a:xfrm>
            <a:off x="360000" y="910800"/>
            <a:ext cx="11466000" cy="396000"/>
          </a:xfrm>
        </p:spPr>
        <p:txBody>
          <a:bodyPr/>
          <a:lstStyle>
            <a:lvl1pPr>
              <a:spcBef>
                <a:spcPts val="600"/>
              </a:spcBef>
              <a:defRPr sz="2200"/>
            </a:lvl1pPr>
            <a:lvl2pPr>
              <a:defRPr sz="2200"/>
            </a:lvl2pPr>
            <a:lvl3pPr>
              <a:defRPr sz="2200"/>
            </a:lvl3pPr>
            <a:lvl4pPr>
              <a:defRPr sz="2200"/>
            </a:lvl4pPr>
            <a:lvl5pPr>
              <a:defRPr sz="2200"/>
            </a:lvl5pPr>
          </a:lstStyle>
          <a:p>
            <a:pPr lvl="0"/>
            <a:r>
              <a:rPr lang="en-US"/>
              <a:t>Click to add subtitle</a:t>
            </a:r>
            <a:endParaRPr lang="en-GB"/>
          </a:p>
        </p:txBody>
      </p:sp>
    </p:spTree>
    <p:extLst>
      <p:ext uri="{BB962C8B-B14F-4D97-AF65-F5344CB8AC3E}">
        <p14:creationId xmlns:p14="http://schemas.microsoft.com/office/powerpoint/2010/main" val="3361940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and 6 x content +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FA1-AACD-4AC6-8977-227A1E8204A7}"/>
              </a:ext>
            </a:extLst>
          </p:cNvPr>
          <p:cNvSpPr>
            <a:spLocks noGrp="1"/>
          </p:cNvSpPr>
          <p:nvPr>
            <p:ph type="title" hasCustomPrompt="1"/>
          </p:nvPr>
        </p:nvSpPr>
        <p:spPr>
          <a:xfrm>
            <a:off x="359999" y="430718"/>
            <a:ext cx="11466875"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9E9A02C0-437A-4731-B690-16D1AFCAA82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B7CC7B4E-73B3-4F33-A7FC-00F64BC9BBCD}"/>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570764FD-7DA2-4FE5-A31B-6691075F4688}"/>
              </a:ext>
            </a:extLst>
          </p:cNvPr>
          <p:cNvSpPr>
            <a:spLocks noGrp="1"/>
          </p:cNvSpPr>
          <p:nvPr>
            <p:ph type="body" sz="quarter" idx="12" hasCustomPrompt="1"/>
          </p:nvPr>
        </p:nvSpPr>
        <p:spPr>
          <a:xfrm>
            <a:off x="360000" y="1708149"/>
            <a:ext cx="1760400" cy="604800"/>
          </a:xfrm>
        </p:spPr>
        <p:txBody>
          <a:bodyPr/>
          <a:lstStyle>
            <a:lvl1pPr>
              <a:defRPr b="1"/>
            </a:lvl1pPr>
          </a:lstStyle>
          <a:p>
            <a:pPr lvl="0"/>
            <a:r>
              <a:rPr lang="en-US"/>
              <a:t>Click to add text</a:t>
            </a:r>
            <a:endParaRPr lang="en-GB"/>
          </a:p>
        </p:txBody>
      </p:sp>
      <p:sp>
        <p:nvSpPr>
          <p:cNvPr id="8" name="Content Placeholder 7">
            <a:extLst>
              <a:ext uri="{FF2B5EF4-FFF2-40B4-BE49-F238E27FC236}">
                <a16:creationId xmlns:a16="http://schemas.microsoft.com/office/drawing/2014/main" id="{CBC0C4CA-E13F-460B-A188-81482902B701}"/>
              </a:ext>
            </a:extLst>
          </p:cNvPr>
          <p:cNvSpPr>
            <a:spLocks noGrp="1"/>
          </p:cNvSpPr>
          <p:nvPr>
            <p:ph sz="quarter" idx="13" hasCustomPrompt="1"/>
          </p:nvPr>
        </p:nvSpPr>
        <p:spPr>
          <a:xfrm>
            <a:off x="3600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E105AA54-6669-4974-B1E8-3E58001D876E}"/>
              </a:ext>
            </a:extLst>
          </p:cNvPr>
          <p:cNvSpPr>
            <a:spLocks noGrp="1"/>
          </p:cNvSpPr>
          <p:nvPr>
            <p:ph type="body" sz="quarter" idx="14" hasCustomPrompt="1"/>
          </p:nvPr>
        </p:nvSpPr>
        <p:spPr>
          <a:xfrm>
            <a:off x="2301120" y="1708149"/>
            <a:ext cx="1760400" cy="604800"/>
          </a:xfrm>
        </p:spPr>
        <p:txBody>
          <a:bodyPr/>
          <a:lstStyle>
            <a:lvl1pPr>
              <a:defRPr b="1"/>
            </a:lvl1pPr>
          </a:lstStyle>
          <a:p>
            <a:pPr lvl="0"/>
            <a:r>
              <a:rPr lang="en-US"/>
              <a:t>Click to add text</a:t>
            </a:r>
            <a:endParaRPr lang="en-GB"/>
          </a:p>
        </p:txBody>
      </p:sp>
      <p:sp>
        <p:nvSpPr>
          <p:cNvPr id="12" name="Content Placeholder 11">
            <a:extLst>
              <a:ext uri="{FF2B5EF4-FFF2-40B4-BE49-F238E27FC236}">
                <a16:creationId xmlns:a16="http://schemas.microsoft.com/office/drawing/2014/main" id="{D2A0DDBF-A8B7-4F77-B8D5-E6CF8FB015AE}"/>
              </a:ext>
            </a:extLst>
          </p:cNvPr>
          <p:cNvSpPr>
            <a:spLocks noGrp="1"/>
          </p:cNvSpPr>
          <p:nvPr>
            <p:ph sz="quarter" idx="15" hasCustomPrompt="1"/>
          </p:nvPr>
        </p:nvSpPr>
        <p:spPr>
          <a:xfrm>
            <a:off x="230112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13">
            <a:extLst>
              <a:ext uri="{FF2B5EF4-FFF2-40B4-BE49-F238E27FC236}">
                <a16:creationId xmlns:a16="http://schemas.microsoft.com/office/drawing/2014/main" id="{E793D7A9-75C8-4028-9CA8-F07E93F82E4E}"/>
              </a:ext>
            </a:extLst>
          </p:cNvPr>
          <p:cNvSpPr>
            <a:spLocks noGrp="1"/>
          </p:cNvSpPr>
          <p:nvPr>
            <p:ph type="body" sz="quarter" idx="16" hasCustomPrompt="1"/>
          </p:nvPr>
        </p:nvSpPr>
        <p:spPr>
          <a:xfrm>
            <a:off x="4242240" y="1708150"/>
            <a:ext cx="1760400" cy="604800"/>
          </a:xfrm>
        </p:spPr>
        <p:txBody>
          <a:bodyPr/>
          <a:lstStyle>
            <a:lvl1pPr>
              <a:defRPr b="1"/>
            </a:lvl1pPr>
          </a:lstStyle>
          <a:p>
            <a:pPr lvl="0"/>
            <a:r>
              <a:rPr lang="en-US"/>
              <a:t>Click to add text</a:t>
            </a:r>
            <a:endParaRPr lang="en-GB"/>
          </a:p>
        </p:txBody>
      </p:sp>
      <p:sp>
        <p:nvSpPr>
          <p:cNvPr id="16" name="Content Placeholder 15">
            <a:extLst>
              <a:ext uri="{FF2B5EF4-FFF2-40B4-BE49-F238E27FC236}">
                <a16:creationId xmlns:a16="http://schemas.microsoft.com/office/drawing/2014/main" id="{9B5E2A26-6C2A-419D-B4DC-291BA85B0C8A}"/>
              </a:ext>
            </a:extLst>
          </p:cNvPr>
          <p:cNvSpPr>
            <a:spLocks noGrp="1"/>
          </p:cNvSpPr>
          <p:nvPr>
            <p:ph sz="quarter" idx="17" hasCustomPrompt="1"/>
          </p:nvPr>
        </p:nvSpPr>
        <p:spPr>
          <a:xfrm>
            <a:off x="424224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3DE92C5F-EFFE-48BF-93E1-CC78EFCD2947}"/>
              </a:ext>
            </a:extLst>
          </p:cNvPr>
          <p:cNvSpPr>
            <a:spLocks noGrp="1"/>
          </p:cNvSpPr>
          <p:nvPr>
            <p:ph type="body" sz="quarter" idx="18" hasCustomPrompt="1"/>
          </p:nvPr>
        </p:nvSpPr>
        <p:spPr>
          <a:xfrm>
            <a:off x="6183360" y="1708149"/>
            <a:ext cx="1760400" cy="604800"/>
          </a:xfrm>
        </p:spPr>
        <p:txBody>
          <a:bodyPr/>
          <a:lstStyle>
            <a:lvl1pPr>
              <a:defRPr b="1"/>
            </a:lvl1pPr>
          </a:lstStyle>
          <a:p>
            <a:pPr lvl="0"/>
            <a:r>
              <a:rPr lang="en-US"/>
              <a:t>Click to add text</a:t>
            </a:r>
            <a:endParaRPr lang="en-GB"/>
          </a:p>
        </p:txBody>
      </p:sp>
      <p:sp>
        <p:nvSpPr>
          <p:cNvPr id="20" name="Content Placeholder 19">
            <a:extLst>
              <a:ext uri="{FF2B5EF4-FFF2-40B4-BE49-F238E27FC236}">
                <a16:creationId xmlns:a16="http://schemas.microsoft.com/office/drawing/2014/main" id="{3DA85A52-F7FD-4298-9AE5-CB80F4E3C640}"/>
              </a:ext>
            </a:extLst>
          </p:cNvPr>
          <p:cNvSpPr>
            <a:spLocks noGrp="1"/>
          </p:cNvSpPr>
          <p:nvPr>
            <p:ph sz="quarter" idx="19" hasCustomPrompt="1"/>
          </p:nvPr>
        </p:nvSpPr>
        <p:spPr>
          <a:xfrm>
            <a:off x="618336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21">
            <a:extLst>
              <a:ext uri="{FF2B5EF4-FFF2-40B4-BE49-F238E27FC236}">
                <a16:creationId xmlns:a16="http://schemas.microsoft.com/office/drawing/2014/main" id="{44E88849-5449-4627-813B-31B40F08F009}"/>
              </a:ext>
            </a:extLst>
          </p:cNvPr>
          <p:cNvSpPr>
            <a:spLocks noGrp="1"/>
          </p:cNvSpPr>
          <p:nvPr>
            <p:ph type="body" sz="quarter" idx="20" hasCustomPrompt="1"/>
          </p:nvPr>
        </p:nvSpPr>
        <p:spPr>
          <a:xfrm>
            <a:off x="8124480" y="1708150"/>
            <a:ext cx="1760400" cy="604800"/>
          </a:xfrm>
        </p:spPr>
        <p:txBody>
          <a:bodyPr/>
          <a:lstStyle>
            <a:lvl1pPr>
              <a:defRPr b="1"/>
            </a:lvl1pPr>
          </a:lstStyle>
          <a:p>
            <a:pPr lvl="0"/>
            <a:r>
              <a:rPr lang="en-US"/>
              <a:t>Click to add text</a:t>
            </a:r>
            <a:endParaRPr lang="en-GB"/>
          </a:p>
        </p:txBody>
      </p:sp>
      <p:sp>
        <p:nvSpPr>
          <p:cNvPr id="24" name="Content Placeholder 23">
            <a:extLst>
              <a:ext uri="{FF2B5EF4-FFF2-40B4-BE49-F238E27FC236}">
                <a16:creationId xmlns:a16="http://schemas.microsoft.com/office/drawing/2014/main" id="{9A7FC01F-A245-4C0F-BF24-3AAE6AC55CC4}"/>
              </a:ext>
            </a:extLst>
          </p:cNvPr>
          <p:cNvSpPr>
            <a:spLocks noGrp="1"/>
          </p:cNvSpPr>
          <p:nvPr>
            <p:ph sz="quarter" idx="21" hasCustomPrompt="1"/>
          </p:nvPr>
        </p:nvSpPr>
        <p:spPr>
          <a:xfrm>
            <a:off x="812448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5">
            <a:extLst>
              <a:ext uri="{FF2B5EF4-FFF2-40B4-BE49-F238E27FC236}">
                <a16:creationId xmlns:a16="http://schemas.microsoft.com/office/drawing/2014/main" id="{5CCD92EA-38A4-44E5-ADF7-78EA3D6DD06D}"/>
              </a:ext>
            </a:extLst>
          </p:cNvPr>
          <p:cNvSpPr>
            <a:spLocks noGrp="1"/>
          </p:cNvSpPr>
          <p:nvPr>
            <p:ph type="body" sz="quarter" idx="22" hasCustomPrompt="1"/>
          </p:nvPr>
        </p:nvSpPr>
        <p:spPr>
          <a:xfrm>
            <a:off x="10065600" y="1708150"/>
            <a:ext cx="1760400" cy="604800"/>
          </a:xfrm>
        </p:spPr>
        <p:txBody>
          <a:bodyPr/>
          <a:lstStyle>
            <a:lvl1pPr>
              <a:defRPr b="1"/>
            </a:lvl1pPr>
          </a:lstStyle>
          <a:p>
            <a:pPr lvl="0"/>
            <a:r>
              <a:rPr lang="en-US"/>
              <a:t>Click to add text</a:t>
            </a:r>
            <a:endParaRPr lang="en-GB"/>
          </a:p>
        </p:txBody>
      </p:sp>
      <p:sp>
        <p:nvSpPr>
          <p:cNvPr id="28" name="Content Placeholder 27">
            <a:extLst>
              <a:ext uri="{FF2B5EF4-FFF2-40B4-BE49-F238E27FC236}">
                <a16:creationId xmlns:a16="http://schemas.microsoft.com/office/drawing/2014/main" id="{8317D903-C6B2-443C-A2F2-E7B672E08E3B}"/>
              </a:ext>
            </a:extLst>
          </p:cNvPr>
          <p:cNvSpPr>
            <a:spLocks noGrp="1"/>
          </p:cNvSpPr>
          <p:nvPr>
            <p:ph sz="quarter" idx="23" hasCustomPrompt="1"/>
          </p:nvPr>
        </p:nvSpPr>
        <p:spPr>
          <a:xfrm>
            <a:off x="10065600" y="2376000"/>
            <a:ext cx="1760400" cy="33444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29">
            <a:extLst>
              <a:ext uri="{FF2B5EF4-FFF2-40B4-BE49-F238E27FC236}">
                <a16:creationId xmlns:a16="http://schemas.microsoft.com/office/drawing/2014/main" id="{D26D01CC-3541-4F97-AF97-73FF6352033A}"/>
              </a:ext>
            </a:extLst>
          </p:cNvPr>
          <p:cNvSpPr>
            <a:spLocks noGrp="1"/>
          </p:cNvSpPr>
          <p:nvPr>
            <p:ph type="body" sz="quarter" idx="24" hasCustomPrompt="1"/>
          </p:nvPr>
        </p:nvSpPr>
        <p:spPr>
          <a:xfrm>
            <a:off x="360000" y="910800"/>
            <a:ext cx="11466000"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279990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2903-71A8-4BD2-B059-6BA4C3AA3987}"/>
              </a:ext>
            </a:extLst>
          </p:cNvPr>
          <p:cNvSpPr>
            <a:spLocks noGrp="1"/>
          </p:cNvSpPr>
          <p:nvPr>
            <p:ph type="title" hasCustomPrompt="1"/>
          </p:nvPr>
        </p:nvSpPr>
        <p:spPr>
          <a:xfrm>
            <a:off x="359999" y="430718"/>
            <a:ext cx="5626800" cy="403200"/>
          </a:xfrm>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33EFCC3-809C-4472-825A-5268DA759575}"/>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257A7757-8EC5-4D12-B56F-AB9F88D69ABD}"/>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C55437D9-CE22-451C-B458-B3F648A64234}"/>
              </a:ext>
            </a:extLst>
          </p:cNvPr>
          <p:cNvSpPr>
            <a:spLocks noGrp="1"/>
          </p:cNvSpPr>
          <p:nvPr>
            <p:ph type="body" sz="quarter" idx="12" hasCustomPrompt="1"/>
          </p:nvPr>
        </p:nvSpPr>
        <p:spPr>
          <a:xfrm>
            <a:off x="360000"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8" name="Picture Placeholder 7">
            <a:extLst>
              <a:ext uri="{FF2B5EF4-FFF2-40B4-BE49-F238E27FC236}">
                <a16:creationId xmlns:a16="http://schemas.microsoft.com/office/drawing/2014/main" id="{9F169CDD-9FFC-4BEA-A4C1-F55F1EBC5A64}"/>
              </a:ext>
            </a:extLst>
          </p:cNvPr>
          <p:cNvSpPr>
            <a:spLocks noGrp="1"/>
          </p:cNvSpPr>
          <p:nvPr>
            <p:ph type="pic" sz="quarter" idx="13"/>
          </p:nvPr>
        </p:nvSpPr>
        <p:spPr>
          <a:xfrm>
            <a:off x="6202799" y="430717"/>
            <a:ext cx="5626800" cy="5468400"/>
          </a:xfrm>
        </p:spPr>
        <p:txBody>
          <a:bodyPr anchor="ctr" anchorCtr="0"/>
          <a:lstStyle>
            <a:lvl1pPr algn="ctr">
              <a:defRPr/>
            </a:lvl1pPr>
          </a:lstStyle>
          <a:p>
            <a:r>
              <a:rPr lang="pt-BR"/>
              <a:t>Clique no ícone para adicionar uma imagem</a:t>
            </a:r>
            <a:endParaRPr lang="en-GB"/>
          </a:p>
        </p:txBody>
      </p:sp>
    </p:spTree>
    <p:extLst>
      <p:ext uri="{BB962C8B-B14F-4D97-AF65-F5344CB8AC3E}">
        <p14:creationId xmlns:p14="http://schemas.microsoft.com/office/powerpoint/2010/main" val="263873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8FAACB8-7B00-457D-8F89-FB4DD9039A6A}"/>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F6556072-910B-4986-8C02-A52A75446092}"/>
              </a:ext>
            </a:extLst>
          </p:cNvPr>
          <p:cNvSpPr>
            <a:spLocks noGrp="1"/>
          </p:cNvSpPr>
          <p:nvPr>
            <p:ph type="ftr" sz="quarter" idx="11"/>
          </p:nvPr>
        </p:nvSpPr>
        <p:spPr/>
        <p:txBody>
          <a:bodyPr/>
          <a:lstStyle/>
          <a:p>
            <a:endParaRPr lang="en-GB"/>
          </a:p>
        </p:txBody>
      </p:sp>
      <p:sp>
        <p:nvSpPr>
          <p:cNvPr id="8" name="Picture Placeholder 7">
            <a:extLst>
              <a:ext uri="{FF2B5EF4-FFF2-40B4-BE49-F238E27FC236}">
                <a16:creationId xmlns:a16="http://schemas.microsoft.com/office/drawing/2014/main" id="{44F34447-13E0-43B9-BE1F-C60C03555D39}"/>
              </a:ext>
            </a:extLst>
          </p:cNvPr>
          <p:cNvSpPr>
            <a:spLocks noGrp="1"/>
          </p:cNvSpPr>
          <p:nvPr>
            <p:ph type="pic" sz="quarter" idx="12"/>
          </p:nvPr>
        </p:nvSpPr>
        <p:spPr>
          <a:xfrm>
            <a:off x="360000" y="432000"/>
            <a:ext cx="5627561" cy="5468400"/>
          </a:xfrm>
        </p:spPr>
        <p:txBody>
          <a:bodyPr anchor="ctr" anchorCtr="0"/>
          <a:lstStyle>
            <a:lvl1pPr algn="ctr">
              <a:defRPr/>
            </a:lvl1pPr>
          </a:lstStyle>
          <a:p>
            <a:r>
              <a:rPr lang="pt-BR"/>
              <a:t>Clique no ícone para adicionar uma imagem</a:t>
            </a:r>
            <a:endParaRPr lang="en-GB"/>
          </a:p>
        </p:txBody>
      </p:sp>
      <p:sp>
        <p:nvSpPr>
          <p:cNvPr id="6" name="Text Placeholder 5">
            <a:extLst>
              <a:ext uri="{FF2B5EF4-FFF2-40B4-BE49-F238E27FC236}">
                <a16:creationId xmlns:a16="http://schemas.microsoft.com/office/drawing/2014/main" id="{10D6BD01-6C23-44ED-8363-1C234E2533EA}"/>
              </a:ext>
            </a:extLst>
          </p:cNvPr>
          <p:cNvSpPr>
            <a:spLocks noGrp="1"/>
          </p:cNvSpPr>
          <p:nvPr>
            <p:ph type="body" sz="quarter" idx="13" hasCustomPrompt="1"/>
          </p:nvPr>
        </p:nvSpPr>
        <p:spPr>
          <a:xfrm>
            <a:off x="6202361" y="1708150"/>
            <a:ext cx="5626800" cy="3999600"/>
          </a:xfrm>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586AABB0-FC25-4DDA-B141-9861B8EF64BF}"/>
              </a:ext>
            </a:extLst>
          </p:cNvPr>
          <p:cNvSpPr>
            <a:spLocks noGrp="1"/>
          </p:cNvSpPr>
          <p:nvPr>
            <p:ph type="title" hasCustomPrompt="1"/>
          </p:nvPr>
        </p:nvSpPr>
        <p:spPr>
          <a:xfrm>
            <a:off x="6202361" y="430718"/>
            <a:ext cx="5626800" cy="403200"/>
          </a:xfrm>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161386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only - sub 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8738-2E1C-4407-AE23-FC7C52247775}"/>
              </a:ext>
            </a:extLst>
          </p:cNvPr>
          <p:cNvSpPr>
            <a:spLocks noGrp="1"/>
          </p:cNvSpPr>
          <p:nvPr>
            <p:ph type="title" hasCustomPrompt="1"/>
          </p:nvPr>
        </p:nvSpPr>
        <p:spPr/>
        <p:txBody>
          <a:bodyPr/>
          <a:lstStyle>
            <a:lvl1pPr>
              <a:defRPr/>
            </a:lvl1pPr>
          </a:lstStyle>
          <a:p>
            <a:r>
              <a:rPr lang="en-US"/>
              <a:t>Click to add title</a:t>
            </a:r>
            <a:endParaRPr lang="en-GB"/>
          </a:p>
        </p:txBody>
      </p:sp>
      <p:sp>
        <p:nvSpPr>
          <p:cNvPr id="3" name="Slide Number Placeholder 2">
            <a:extLst>
              <a:ext uri="{FF2B5EF4-FFF2-40B4-BE49-F238E27FC236}">
                <a16:creationId xmlns:a16="http://schemas.microsoft.com/office/drawing/2014/main" id="{38DB932A-F9A4-4379-8F69-FA63BDFA2491}"/>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DC347A58-42BF-4A47-A878-643A5CD2794C}"/>
              </a:ext>
            </a:extLst>
          </p:cNvPr>
          <p:cNvSpPr>
            <a:spLocks noGrp="1"/>
          </p:cNvSpPr>
          <p:nvPr>
            <p:ph type="ftr" sz="quarter" idx="11"/>
          </p:nvPr>
        </p:nvSpPr>
        <p:spPr/>
        <p:txBody>
          <a:bodyPr/>
          <a:lstStyle/>
          <a:p>
            <a:endParaRPr lang="en-GB"/>
          </a:p>
        </p:txBody>
      </p:sp>
      <p:sp>
        <p:nvSpPr>
          <p:cNvPr id="6" name="Text Placeholder 5">
            <a:extLst>
              <a:ext uri="{FF2B5EF4-FFF2-40B4-BE49-F238E27FC236}">
                <a16:creationId xmlns:a16="http://schemas.microsoft.com/office/drawing/2014/main" id="{F7C6D4BB-14E1-42DC-832A-2D0CE7863284}"/>
              </a:ext>
            </a:extLst>
          </p:cNvPr>
          <p:cNvSpPr>
            <a:spLocks noGrp="1"/>
          </p:cNvSpPr>
          <p:nvPr>
            <p:ph type="body" sz="quarter" idx="12" hasCustomPrompt="1"/>
          </p:nvPr>
        </p:nvSpPr>
        <p:spPr>
          <a:xfrm>
            <a:off x="360363" y="910800"/>
            <a:ext cx="11466512" cy="396000"/>
          </a:xfrm>
        </p:spPr>
        <p:txBody>
          <a:bodyPr/>
          <a:lstStyle>
            <a:lvl1pPr>
              <a:spcBef>
                <a:spcPts val="600"/>
              </a:spcBef>
              <a:defRPr sz="2200"/>
            </a:lvl1pPr>
          </a:lstStyle>
          <a:p>
            <a:pPr lvl="0"/>
            <a:r>
              <a:rPr lang="en-US"/>
              <a:t>Click to add subtitle</a:t>
            </a:r>
            <a:endParaRPr lang="en-GB"/>
          </a:p>
        </p:txBody>
      </p:sp>
    </p:spTree>
    <p:extLst>
      <p:ext uri="{BB962C8B-B14F-4D97-AF65-F5344CB8AC3E}">
        <p14:creationId xmlns:p14="http://schemas.microsoft.com/office/powerpoint/2010/main" val="130281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6B2F2EE-42BB-4EB6-8FC2-5E56E4F34F6F}"/>
              </a:ext>
            </a:extLst>
          </p:cNvPr>
          <p:cNvSpPr>
            <a:spLocks noGrp="1"/>
          </p:cNvSpPr>
          <p:nvPr>
            <p:ph type="sldNum" sz="quarter" idx="10"/>
          </p:nvPr>
        </p:nvSpPr>
        <p:spPr/>
        <p:txBody>
          <a:bodyPr/>
          <a:lstStyle/>
          <a:p>
            <a:fld id="{4034BEE3-566C-4068-A777-C3A4762E861B}" type="slidenum">
              <a:rPr lang="en-GB" smtClean="0"/>
              <a:pPr/>
              <a:t>‹nº›</a:t>
            </a:fld>
            <a:endParaRPr lang="en-GB"/>
          </a:p>
        </p:txBody>
      </p:sp>
      <p:sp>
        <p:nvSpPr>
          <p:cNvPr id="4" name="Footer Placeholder 3">
            <a:extLst>
              <a:ext uri="{FF2B5EF4-FFF2-40B4-BE49-F238E27FC236}">
                <a16:creationId xmlns:a16="http://schemas.microsoft.com/office/drawing/2014/main" id="{73875A20-F354-407F-8F71-92C914742B40}"/>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679647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ags" Target="../tags/tag3.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heme" Target="../theme/theme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image" Target="../media/image1.png"/><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tags" Target="../tags/tag4.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 Id="rId5" Type="http://schemas.openxmlformats.org/officeDocument/2006/relationships/theme" Target="../theme/theme4.xml"/><Relationship Id="rId4" Type="http://schemas.openxmlformats.org/officeDocument/2006/relationships/slideLayout" Target="../slideLayouts/slideLayout8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3" Type="http://schemas.openxmlformats.org/officeDocument/2006/relationships/slideLayout" Target="../slideLayouts/slideLayout83.xml"/><Relationship Id="rId21" Type="http://schemas.openxmlformats.org/officeDocument/2006/relationships/slideLayout" Target="../slideLayouts/slideLayout101.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image" Target="../media/image9.png"/><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slideLayout" Target="../slideLayouts/slideLayout100.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tags" Target="../tags/tag6.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theme" Target="../theme/theme5.xml"/><Relationship Id="rId10" Type="http://schemas.openxmlformats.org/officeDocument/2006/relationships/slideLayout" Target="../slideLayouts/slideLayout90.xml"/><Relationship Id="rId19" Type="http://schemas.openxmlformats.org/officeDocument/2006/relationships/slideLayout" Target="../slideLayouts/slideLayout99.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DACBAA70-9376-44FE-8885-3432FA44AD99}"/>
              </a:ext>
            </a:extLst>
          </p:cNvPr>
          <p:cNvPicPr>
            <a:picLocks noChangeAspect="1"/>
          </p:cNvPicPr>
          <p:nvPr userDrawn="1"/>
        </p:nvPicPr>
        <p:blipFill>
          <a:blip r:embed="rId26" cstate="print">
            <a:extLst>
              <a:ext uri="{28A0092B-C50C-407E-A947-70E740481C1C}">
                <a14:useLocalDpi xmlns:a14="http://schemas.microsoft.com/office/drawing/2010/main"/>
              </a:ext>
            </a:extLst>
          </a:blip>
          <a:stretch>
            <a:fillRect/>
          </a:stretch>
        </p:blipFill>
        <p:spPr>
          <a:xfrm>
            <a:off x="359997" y="6382872"/>
            <a:ext cx="2823089" cy="211918"/>
          </a:xfrm>
          <a:prstGeom prst="rect">
            <a:avLst/>
          </a:prstGeom>
        </p:spPr>
      </p:pic>
      <p:sp>
        <p:nvSpPr>
          <p:cNvPr id="91" name="Title Placeholder 1"/>
          <p:cNvSpPr>
            <a:spLocks noGrp="1"/>
          </p:cNvSpPr>
          <p:nvPr>
            <p:ph type="title"/>
          </p:nvPr>
        </p:nvSpPr>
        <p:spPr>
          <a:xfrm>
            <a:off x="359999" y="430718"/>
            <a:ext cx="11466875" cy="403200"/>
          </a:xfrm>
          <a:prstGeom prst="rect">
            <a:avLst/>
          </a:prstGeom>
        </p:spPr>
        <p:txBody>
          <a:bodyPr vert="horz" lIns="0" tIns="0" rIns="0" bIns="0" rtlCol="0" anchor="t">
            <a:noAutofit/>
          </a:bodyPr>
          <a:lstStyle/>
          <a:p>
            <a:r>
              <a:rPr lang="en-US"/>
              <a:t>Click to add title</a:t>
            </a:r>
            <a:endParaRPr lang="en-GB"/>
          </a:p>
        </p:txBody>
      </p:sp>
      <p:sp>
        <p:nvSpPr>
          <p:cNvPr id="92" name="Text Placeholder 2"/>
          <p:cNvSpPr>
            <a:spLocks noGrp="1"/>
          </p:cNvSpPr>
          <p:nvPr>
            <p:ph type="body" idx="1"/>
          </p:nvPr>
        </p:nvSpPr>
        <p:spPr>
          <a:xfrm>
            <a:off x="359999" y="1710000"/>
            <a:ext cx="11466875" cy="3999600"/>
          </a:xfrm>
          <a:prstGeom prst="rect">
            <a:avLst/>
          </a:prstGeom>
        </p:spPr>
        <p:txBody>
          <a:bodyPr vert="horz" lIns="0" tIns="0" rIns="0" bIns="0" rtlCol="0">
            <a:no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93" name="Slide Number Placeholder 5"/>
          <p:cNvSpPr>
            <a:spLocks noGrp="1"/>
          </p:cNvSpPr>
          <p:nvPr>
            <p:ph type="sldNum" sz="quarter" idx="4"/>
          </p:nvPr>
        </p:nvSpPr>
        <p:spPr>
          <a:xfrm>
            <a:off x="10856913" y="6390000"/>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grpSp>
        <p:nvGrpSpPr>
          <p:cNvPr id="2" name="Group 1"/>
          <p:cNvGrpSpPr/>
          <p:nvPr userDrawn="1"/>
        </p:nvGrpSpPr>
        <p:grpSpPr>
          <a:xfrm>
            <a:off x="-1143000" y="-600255"/>
            <a:ext cx="13680281" cy="6913023"/>
            <a:chOff x="-1143000" y="-600255"/>
            <a:chExt cx="13680281" cy="6913023"/>
          </a:xfrm>
        </p:grpSpPr>
        <p:cxnSp>
          <p:nvCxnSpPr>
            <p:cNvPr id="14" name="Straight Connector 13"/>
            <p:cNvCxnSpPr/>
            <p:nvPr userDrawn="1"/>
          </p:nvCxnSpPr>
          <p:spPr>
            <a:xfrm>
              <a:off x="-256200" y="1710267"/>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256200" y="614382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256200" y="342635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256200" y="571447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51" name="TextBox 50"/>
            <p:cNvSpPr txBox="1"/>
            <p:nvPr userDrawn="1"/>
          </p:nvSpPr>
          <p:spPr>
            <a:xfrm>
              <a:off x="-747711" y="1646156"/>
              <a:ext cx="438671" cy="123111"/>
            </a:xfrm>
            <a:prstGeom prst="rect">
              <a:avLst/>
            </a:prstGeom>
            <a:noFill/>
          </p:spPr>
          <p:txBody>
            <a:bodyPr wrap="square" lIns="0" tIns="0" rIns="0" bIns="0" rtlCol="0">
              <a:spAutoFit/>
            </a:bodyPr>
            <a:lstStyle/>
            <a:p>
              <a:pPr algn="r"/>
              <a:r>
                <a:rPr lang="en-GB" sz="800">
                  <a:solidFill>
                    <a:schemeClr val="tx1"/>
                  </a:solidFill>
                </a:rPr>
                <a:t>4.78cm</a:t>
              </a:r>
            </a:p>
          </p:txBody>
        </p:sp>
        <p:sp>
          <p:nvSpPr>
            <p:cNvPr id="54" name="TextBox 53"/>
            <p:cNvSpPr txBox="1"/>
            <p:nvPr userDrawn="1"/>
          </p:nvSpPr>
          <p:spPr>
            <a:xfrm>
              <a:off x="-747711" y="3357884"/>
              <a:ext cx="438671" cy="123111"/>
            </a:xfrm>
            <a:prstGeom prst="rect">
              <a:avLst/>
            </a:prstGeom>
            <a:noFill/>
          </p:spPr>
          <p:txBody>
            <a:bodyPr wrap="square" lIns="0" tIns="0" rIns="0" bIns="0" rtlCol="0">
              <a:spAutoFit/>
            </a:bodyPr>
            <a:lstStyle/>
            <a:p>
              <a:pPr algn="r"/>
              <a:r>
                <a:rPr lang="en-GB" sz="800">
                  <a:solidFill>
                    <a:schemeClr val="tx1"/>
                  </a:solidFill>
                </a:rPr>
                <a:t>0 cm</a:t>
              </a:r>
            </a:p>
          </p:txBody>
        </p:sp>
        <p:sp>
          <p:nvSpPr>
            <p:cNvPr id="58" name="TextBox 57"/>
            <p:cNvSpPr txBox="1"/>
            <p:nvPr userDrawn="1"/>
          </p:nvSpPr>
          <p:spPr>
            <a:xfrm>
              <a:off x="-747711" y="5640188"/>
              <a:ext cx="438671" cy="123111"/>
            </a:xfrm>
            <a:prstGeom prst="rect">
              <a:avLst/>
            </a:prstGeom>
            <a:noFill/>
          </p:spPr>
          <p:txBody>
            <a:bodyPr wrap="square" lIns="0" tIns="0" rIns="0" bIns="0" rtlCol="0">
              <a:spAutoFit/>
            </a:bodyPr>
            <a:lstStyle/>
            <a:p>
              <a:pPr algn="r"/>
              <a:r>
                <a:rPr lang="en-GB" sz="800">
                  <a:solidFill>
                    <a:schemeClr val="tx1"/>
                  </a:solidFill>
                </a:rPr>
                <a:t>6.35 cm</a:t>
              </a:r>
            </a:p>
          </p:txBody>
        </p:sp>
        <p:sp>
          <p:nvSpPr>
            <p:cNvPr id="60" name="TextBox 59"/>
            <p:cNvSpPr txBox="1"/>
            <p:nvPr userDrawn="1"/>
          </p:nvSpPr>
          <p:spPr>
            <a:xfrm>
              <a:off x="304800" y="-437436"/>
              <a:ext cx="438671" cy="123111"/>
            </a:xfrm>
            <a:prstGeom prst="rect">
              <a:avLst/>
            </a:prstGeom>
            <a:noFill/>
          </p:spPr>
          <p:txBody>
            <a:bodyPr wrap="square" lIns="0" tIns="0" rIns="0" bIns="0" rtlCol="0">
              <a:spAutoFit/>
            </a:bodyPr>
            <a:lstStyle/>
            <a:p>
              <a:pPr algn="l"/>
              <a:r>
                <a:rPr lang="en-GB" sz="800">
                  <a:solidFill>
                    <a:schemeClr val="tx1"/>
                  </a:solidFill>
                </a:rPr>
                <a:t>15.93cm</a:t>
              </a:r>
            </a:p>
          </p:txBody>
        </p:sp>
        <p:sp>
          <p:nvSpPr>
            <p:cNvPr id="72" name="TextBox 71"/>
            <p:cNvSpPr txBox="1"/>
            <p:nvPr userDrawn="1"/>
          </p:nvSpPr>
          <p:spPr>
            <a:xfrm>
              <a:off x="11426031" y="-437436"/>
              <a:ext cx="438671" cy="123111"/>
            </a:xfrm>
            <a:prstGeom prst="rect">
              <a:avLst/>
            </a:prstGeom>
            <a:noFill/>
          </p:spPr>
          <p:txBody>
            <a:bodyPr wrap="square" lIns="0" tIns="0" rIns="0" bIns="0" rtlCol="0">
              <a:spAutoFit/>
            </a:bodyPr>
            <a:lstStyle/>
            <a:p>
              <a:pPr algn="r"/>
              <a:r>
                <a:rPr lang="en-GB" sz="800">
                  <a:solidFill>
                    <a:schemeClr val="tx1"/>
                  </a:solidFill>
                </a:rPr>
                <a:t>15.93 cm</a:t>
              </a:r>
            </a:p>
          </p:txBody>
        </p:sp>
        <p:cxnSp>
          <p:nvCxnSpPr>
            <p:cNvPr id="5" name="Straight Connector 4"/>
            <p:cNvCxnSpPr/>
            <p:nvPr userDrawn="1"/>
          </p:nvCxnSpPr>
          <p:spPr>
            <a:xfrm>
              <a:off x="361588"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85" name="TextBox 84"/>
            <p:cNvSpPr txBox="1"/>
            <p:nvPr userDrawn="1"/>
          </p:nvSpPr>
          <p:spPr>
            <a:xfrm>
              <a:off x="-1143000" y="5763299"/>
              <a:ext cx="833960" cy="123111"/>
            </a:xfrm>
            <a:prstGeom prst="rect">
              <a:avLst/>
            </a:prstGeom>
            <a:noFill/>
          </p:spPr>
          <p:txBody>
            <a:bodyPr wrap="square" lIns="0" tIns="0" rIns="0" bIns="0" rtlCol="0">
              <a:spAutoFit/>
            </a:bodyPr>
            <a:lstStyle/>
            <a:p>
              <a:pPr algn="r"/>
              <a:r>
                <a:rPr lang="en-GB" sz="800">
                  <a:solidFill>
                    <a:schemeClr val="tx1"/>
                  </a:solidFill>
                </a:rPr>
                <a:t>Content Bottom</a:t>
              </a:r>
            </a:p>
          </p:txBody>
        </p:sp>
        <p:sp>
          <p:nvSpPr>
            <p:cNvPr id="86" name="TextBox 85"/>
            <p:cNvSpPr txBox="1"/>
            <p:nvPr userDrawn="1"/>
          </p:nvSpPr>
          <p:spPr>
            <a:xfrm>
              <a:off x="-1143000" y="1769267"/>
              <a:ext cx="833960" cy="123111"/>
            </a:xfrm>
            <a:prstGeom prst="rect">
              <a:avLst/>
            </a:prstGeom>
            <a:noFill/>
          </p:spPr>
          <p:txBody>
            <a:bodyPr wrap="square" lIns="0" tIns="0" rIns="0" bIns="0" rtlCol="0">
              <a:spAutoFit/>
            </a:bodyPr>
            <a:lstStyle/>
            <a:p>
              <a:pPr algn="r"/>
              <a:r>
                <a:rPr lang="en-GB" sz="800">
                  <a:solidFill>
                    <a:schemeClr val="tx1"/>
                  </a:solidFill>
                </a:rPr>
                <a:t>Content Top</a:t>
              </a:r>
            </a:p>
          </p:txBody>
        </p:sp>
        <p:sp>
          <p:nvSpPr>
            <p:cNvPr id="88" name="TextBox 87"/>
            <p:cNvSpPr txBox="1"/>
            <p:nvPr userDrawn="1"/>
          </p:nvSpPr>
          <p:spPr>
            <a:xfrm>
              <a:off x="-590537" y="-438330"/>
              <a:ext cx="833960" cy="123111"/>
            </a:xfrm>
            <a:prstGeom prst="rect">
              <a:avLst/>
            </a:prstGeom>
            <a:noFill/>
          </p:spPr>
          <p:txBody>
            <a:bodyPr wrap="square" lIns="0" tIns="0" rIns="0" bIns="0" rtlCol="0">
              <a:spAutoFit/>
            </a:bodyPr>
            <a:lstStyle/>
            <a:p>
              <a:pPr algn="r"/>
              <a:r>
                <a:rPr lang="en-GB" sz="800">
                  <a:solidFill>
                    <a:schemeClr val="tx1"/>
                  </a:solidFill>
                </a:rPr>
                <a:t>Left Margin</a:t>
              </a:r>
            </a:p>
          </p:txBody>
        </p:sp>
        <p:sp>
          <p:nvSpPr>
            <p:cNvPr id="89" name="TextBox 88"/>
            <p:cNvSpPr txBox="1"/>
            <p:nvPr userDrawn="1"/>
          </p:nvSpPr>
          <p:spPr>
            <a:xfrm>
              <a:off x="11898039" y="-438330"/>
              <a:ext cx="639242" cy="123111"/>
            </a:xfrm>
            <a:prstGeom prst="rect">
              <a:avLst/>
            </a:prstGeom>
            <a:noFill/>
          </p:spPr>
          <p:txBody>
            <a:bodyPr wrap="square" lIns="0" tIns="0" rIns="0" bIns="0" rtlCol="0">
              <a:spAutoFit/>
            </a:bodyPr>
            <a:lstStyle/>
            <a:p>
              <a:pPr algn="l"/>
              <a:r>
                <a:rPr lang="en-GB" sz="800">
                  <a:solidFill>
                    <a:schemeClr val="tx1"/>
                  </a:solidFill>
                </a:rPr>
                <a:t>Right Margin</a:t>
              </a:r>
            </a:p>
          </p:txBody>
        </p:sp>
        <p:cxnSp>
          <p:nvCxnSpPr>
            <p:cNvPr id="98" name="Straight Connector 97"/>
            <p:cNvCxnSpPr/>
            <p:nvPr userDrawn="1"/>
          </p:nvCxnSpPr>
          <p:spPr>
            <a:xfrm>
              <a:off x="6096000" y="-363357"/>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99" name="TextBox 98"/>
            <p:cNvSpPr txBox="1"/>
            <p:nvPr userDrawn="1"/>
          </p:nvSpPr>
          <p:spPr>
            <a:xfrm>
              <a:off x="5914719" y="-600255"/>
              <a:ext cx="362256" cy="246221"/>
            </a:xfrm>
            <a:prstGeom prst="rect">
              <a:avLst/>
            </a:prstGeom>
            <a:noFill/>
          </p:spPr>
          <p:txBody>
            <a:bodyPr wrap="square" lIns="0" tIns="0" rIns="0" bIns="0" rtlCol="0">
              <a:spAutoFit/>
            </a:bodyPr>
            <a:lstStyle/>
            <a:p>
              <a:pPr algn="ctr"/>
              <a:r>
                <a:rPr lang="en-GB" sz="800">
                  <a:solidFill>
                    <a:schemeClr val="tx1"/>
                  </a:solidFill>
                </a:rPr>
                <a:t>Middle </a:t>
              </a:r>
              <a:br>
                <a:rPr lang="en-GB" sz="800">
                  <a:solidFill>
                    <a:schemeClr val="tx1"/>
                  </a:solidFill>
                </a:rPr>
              </a:br>
              <a:r>
                <a:rPr lang="en-GB" sz="800">
                  <a:solidFill>
                    <a:schemeClr val="tx1"/>
                  </a:solidFill>
                </a:rPr>
                <a:t>0cm </a:t>
              </a:r>
            </a:p>
          </p:txBody>
        </p:sp>
        <p:sp>
          <p:nvSpPr>
            <p:cNvPr id="101" name="TextBox 100"/>
            <p:cNvSpPr txBox="1"/>
            <p:nvPr userDrawn="1"/>
          </p:nvSpPr>
          <p:spPr>
            <a:xfrm>
              <a:off x="5636264"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4" name="Straight Connector 103"/>
            <p:cNvCxnSpPr/>
            <p:nvPr userDrawn="1"/>
          </p:nvCxnSpPr>
          <p:spPr>
            <a:xfrm>
              <a:off x="6000389"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userDrawn="1"/>
          </p:nvCxnSpPr>
          <p:spPr>
            <a:xfrm>
              <a:off x="6190362"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userDrawn="1"/>
          </p:nvSpPr>
          <p:spPr>
            <a:xfrm>
              <a:off x="6191102"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7" name="Straight Connector 106"/>
            <p:cNvCxnSpPr/>
            <p:nvPr userDrawn="1"/>
          </p:nvCxnSpPr>
          <p:spPr>
            <a:xfrm>
              <a:off x="11836111"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userDrawn="1"/>
          </p:nvCxnSpPr>
          <p:spPr>
            <a:xfrm>
              <a:off x="-256200" y="43082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userDrawn="1"/>
          </p:nvSpPr>
          <p:spPr>
            <a:xfrm>
              <a:off x="-747711" y="404813"/>
              <a:ext cx="438671" cy="123111"/>
            </a:xfrm>
            <a:prstGeom prst="rect">
              <a:avLst/>
            </a:prstGeom>
            <a:noFill/>
          </p:spPr>
          <p:txBody>
            <a:bodyPr wrap="square" lIns="0" tIns="0" rIns="0" bIns="0" rtlCol="0">
              <a:spAutoFit/>
            </a:bodyPr>
            <a:lstStyle/>
            <a:p>
              <a:pPr algn="r"/>
              <a:r>
                <a:rPr lang="en-GB" sz="800">
                  <a:solidFill>
                    <a:schemeClr val="tx1"/>
                  </a:solidFill>
                </a:rPr>
                <a:t>8.33cm</a:t>
              </a:r>
            </a:p>
          </p:txBody>
        </p:sp>
        <p:sp>
          <p:nvSpPr>
            <p:cNvPr id="110" name="TextBox 109"/>
            <p:cNvSpPr txBox="1"/>
            <p:nvPr userDrawn="1"/>
          </p:nvSpPr>
          <p:spPr>
            <a:xfrm>
              <a:off x="-1143000" y="527924"/>
              <a:ext cx="833960" cy="123111"/>
            </a:xfrm>
            <a:prstGeom prst="rect">
              <a:avLst/>
            </a:prstGeom>
            <a:noFill/>
          </p:spPr>
          <p:txBody>
            <a:bodyPr wrap="square" lIns="0" tIns="0" rIns="0" bIns="0" rtlCol="0">
              <a:spAutoFit/>
            </a:bodyPr>
            <a:lstStyle/>
            <a:p>
              <a:pPr algn="r"/>
              <a:r>
                <a:rPr lang="en-GB" sz="800">
                  <a:solidFill>
                    <a:schemeClr val="tx1"/>
                  </a:solidFill>
                </a:rPr>
                <a:t>Title Top</a:t>
              </a:r>
            </a:p>
          </p:txBody>
        </p:sp>
        <p:sp>
          <p:nvSpPr>
            <p:cNvPr id="33" name="TextBox 32">
              <a:extLst>
                <a:ext uri="{FF2B5EF4-FFF2-40B4-BE49-F238E27FC236}">
                  <a16:creationId xmlns:a16="http://schemas.microsoft.com/office/drawing/2014/main" id="{A925CEB6-6DDA-49BF-824C-CFA9D8A07E3F}"/>
                </a:ext>
              </a:extLst>
            </p:cNvPr>
            <p:cNvSpPr txBox="1"/>
            <p:nvPr userDrawn="1"/>
          </p:nvSpPr>
          <p:spPr>
            <a:xfrm>
              <a:off x="-747711" y="6066546"/>
              <a:ext cx="438671" cy="123111"/>
            </a:xfrm>
            <a:prstGeom prst="rect">
              <a:avLst/>
            </a:prstGeom>
            <a:noFill/>
          </p:spPr>
          <p:txBody>
            <a:bodyPr wrap="square" lIns="0" tIns="0" rIns="0" bIns="0" rtlCol="0">
              <a:spAutoFit/>
            </a:bodyPr>
            <a:lstStyle/>
            <a:p>
              <a:pPr algn="r"/>
              <a:r>
                <a:rPr lang="en-GB" sz="800">
                  <a:solidFill>
                    <a:schemeClr val="tx1"/>
                  </a:solidFill>
                </a:rPr>
                <a:t>7.54 cm</a:t>
              </a:r>
            </a:p>
          </p:txBody>
        </p:sp>
        <p:sp>
          <p:nvSpPr>
            <p:cNvPr id="34" name="TextBox 33">
              <a:extLst>
                <a:ext uri="{FF2B5EF4-FFF2-40B4-BE49-F238E27FC236}">
                  <a16:creationId xmlns:a16="http://schemas.microsoft.com/office/drawing/2014/main" id="{E1658A23-15A2-4406-AF7E-89707B5575E7}"/>
                </a:ext>
              </a:extLst>
            </p:cNvPr>
            <p:cNvSpPr txBox="1"/>
            <p:nvPr userDrawn="1"/>
          </p:nvSpPr>
          <p:spPr>
            <a:xfrm>
              <a:off x="-1143000" y="6189657"/>
              <a:ext cx="833960" cy="123111"/>
            </a:xfrm>
            <a:prstGeom prst="rect">
              <a:avLst/>
            </a:prstGeom>
            <a:noFill/>
          </p:spPr>
          <p:txBody>
            <a:bodyPr wrap="square" lIns="0" tIns="0" rIns="0" bIns="0" rtlCol="0">
              <a:spAutoFit/>
            </a:bodyPr>
            <a:lstStyle/>
            <a:p>
              <a:pPr algn="r"/>
              <a:r>
                <a:rPr lang="en-GB" sz="800">
                  <a:solidFill>
                    <a:schemeClr val="tx1"/>
                  </a:solidFill>
                </a:rPr>
                <a:t>Image Bottom</a:t>
              </a:r>
            </a:p>
          </p:txBody>
        </p:sp>
      </p:grpSp>
      <p:sp>
        <p:nvSpPr>
          <p:cNvPr id="3" name="Footer Placeholder 2">
            <a:extLst>
              <a:ext uri="{FF2B5EF4-FFF2-40B4-BE49-F238E27FC236}">
                <a16:creationId xmlns:a16="http://schemas.microsoft.com/office/drawing/2014/main" id="{1115639F-9E76-41B0-BB57-8F8A1F600167}"/>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cxnSp>
        <p:nvCxnSpPr>
          <p:cNvPr id="6" name="Straight Connector 5">
            <a:extLst>
              <a:ext uri="{FF2B5EF4-FFF2-40B4-BE49-F238E27FC236}">
                <a16:creationId xmlns:a16="http://schemas.microsoft.com/office/drawing/2014/main" id="{6805F70E-6BF1-451B-AC5F-64819FD40883}"/>
              </a:ext>
            </a:extLst>
          </p:cNvPr>
          <p:cNvCxnSpPr>
            <a:cxnSpLocks/>
          </p:cNvCxnSpPr>
          <p:nvPr userDrawn="1">
            <p:custDataLst>
              <p:tags r:id="rId25"/>
            </p:custDataLst>
          </p:nvPr>
        </p:nvCxnSpPr>
        <p:spPr>
          <a:xfrm>
            <a:off x="360000" y="6120000"/>
            <a:ext cx="11474161"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750205"/>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5" r:id="rId2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100000"/>
        </a:lnSpc>
        <a:spcBef>
          <a:spcPts val="60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14" pos="7453">
          <p15:clr>
            <a:srgbClr val="F26B43"/>
          </p15:clr>
        </p15:guide>
        <p15:guide id="28" orient="horz" pos="1076">
          <p15:clr>
            <a:srgbClr val="F26B43"/>
          </p15:clr>
        </p15:guide>
        <p15:guide id="29" orient="horz" pos="270">
          <p15:clr>
            <a:srgbClr val="F26B43"/>
          </p15:clr>
        </p15:guide>
        <p15:guide id="33" orient="horz" pos="3600">
          <p15:clr>
            <a:srgbClr val="F26B43"/>
          </p15:clr>
        </p15:guide>
        <p15:guide id="35" pos="228">
          <p15:clr>
            <a:srgbClr val="F26B43"/>
          </p15:clr>
        </p15:guide>
        <p15:guide id="36" pos="3840">
          <p15:clr>
            <a:srgbClr val="F26B43"/>
          </p15:clr>
        </p15:guide>
        <p15:guide id="37" pos="3782">
          <p15:clr>
            <a:srgbClr val="F26B43"/>
          </p15:clr>
        </p15:guide>
        <p15:guide id="38" pos="3900">
          <p15:clr>
            <a:srgbClr val="F26B43"/>
          </p15:clr>
        </p15:guide>
        <p15:guide id="39" orient="horz" pos="387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1" name="Title Placeholder 1"/>
          <p:cNvSpPr>
            <a:spLocks noGrp="1"/>
          </p:cNvSpPr>
          <p:nvPr>
            <p:ph type="title"/>
          </p:nvPr>
        </p:nvSpPr>
        <p:spPr>
          <a:xfrm>
            <a:off x="359999" y="430718"/>
            <a:ext cx="11466875" cy="403200"/>
          </a:xfrm>
          <a:prstGeom prst="rect">
            <a:avLst/>
          </a:prstGeom>
        </p:spPr>
        <p:txBody>
          <a:bodyPr vert="horz" lIns="0" tIns="0" rIns="0" bIns="0" rtlCol="0" anchor="t">
            <a:noAutofit/>
          </a:bodyPr>
          <a:lstStyle/>
          <a:p>
            <a:r>
              <a:rPr lang="en-US"/>
              <a:t>Click to add title</a:t>
            </a:r>
            <a:endParaRPr lang="en-GB"/>
          </a:p>
        </p:txBody>
      </p:sp>
      <p:sp>
        <p:nvSpPr>
          <p:cNvPr id="92" name="Text Placeholder 2"/>
          <p:cNvSpPr>
            <a:spLocks noGrp="1"/>
          </p:cNvSpPr>
          <p:nvPr>
            <p:ph type="body" idx="1"/>
          </p:nvPr>
        </p:nvSpPr>
        <p:spPr>
          <a:xfrm>
            <a:off x="359999" y="1710000"/>
            <a:ext cx="11466875" cy="3999600"/>
          </a:xfrm>
          <a:prstGeom prst="rect">
            <a:avLst/>
          </a:prstGeom>
        </p:spPr>
        <p:txBody>
          <a:bodyPr vert="horz" lIns="0" tIns="0" rIns="0" bIns="0" rtlCol="0">
            <a:no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93" name="Slide Number Placeholder 5"/>
          <p:cNvSpPr>
            <a:spLocks noGrp="1"/>
          </p:cNvSpPr>
          <p:nvPr>
            <p:ph type="sldNum" sz="quarter" idx="4"/>
          </p:nvPr>
        </p:nvSpPr>
        <p:spPr>
          <a:xfrm>
            <a:off x="10856913" y="6390000"/>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grpSp>
        <p:nvGrpSpPr>
          <p:cNvPr id="2" name="Group 1"/>
          <p:cNvGrpSpPr/>
          <p:nvPr userDrawn="1"/>
        </p:nvGrpSpPr>
        <p:grpSpPr>
          <a:xfrm>
            <a:off x="-1143000" y="-600255"/>
            <a:ext cx="13680281" cy="6916397"/>
            <a:chOff x="-1143000" y="-600255"/>
            <a:chExt cx="13680281" cy="6916397"/>
          </a:xfrm>
        </p:grpSpPr>
        <p:cxnSp>
          <p:nvCxnSpPr>
            <p:cNvPr id="14" name="Straight Connector 13"/>
            <p:cNvCxnSpPr/>
            <p:nvPr userDrawn="1"/>
          </p:nvCxnSpPr>
          <p:spPr>
            <a:xfrm>
              <a:off x="-256200" y="1710267"/>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256200" y="614540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256200" y="342635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256200" y="571447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51" name="TextBox 50"/>
            <p:cNvSpPr txBox="1"/>
            <p:nvPr userDrawn="1"/>
          </p:nvSpPr>
          <p:spPr>
            <a:xfrm>
              <a:off x="-747711" y="1646156"/>
              <a:ext cx="438671" cy="123111"/>
            </a:xfrm>
            <a:prstGeom prst="rect">
              <a:avLst/>
            </a:prstGeom>
            <a:noFill/>
          </p:spPr>
          <p:txBody>
            <a:bodyPr wrap="square" lIns="0" tIns="0" rIns="0" bIns="0" rtlCol="0">
              <a:spAutoFit/>
            </a:bodyPr>
            <a:lstStyle/>
            <a:p>
              <a:pPr algn="r"/>
              <a:r>
                <a:rPr lang="en-GB" sz="800">
                  <a:solidFill>
                    <a:schemeClr val="tx1"/>
                  </a:solidFill>
                </a:rPr>
                <a:t>4.78cm</a:t>
              </a:r>
            </a:p>
          </p:txBody>
        </p:sp>
        <p:sp>
          <p:nvSpPr>
            <p:cNvPr id="54" name="TextBox 53"/>
            <p:cNvSpPr txBox="1"/>
            <p:nvPr userDrawn="1"/>
          </p:nvSpPr>
          <p:spPr>
            <a:xfrm>
              <a:off x="-747711" y="3357884"/>
              <a:ext cx="438671" cy="123111"/>
            </a:xfrm>
            <a:prstGeom prst="rect">
              <a:avLst/>
            </a:prstGeom>
            <a:noFill/>
          </p:spPr>
          <p:txBody>
            <a:bodyPr wrap="square" lIns="0" tIns="0" rIns="0" bIns="0" rtlCol="0">
              <a:spAutoFit/>
            </a:bodyPr>
            <a:lstStyle/>
            <a:p>
              <a:pPr algn="r"/>
              <a:r>
                <a:rPr lang="en-GB" sz="800">
                  <a:solidFill>
                    <a:schemeClr val="tx1"/>
                  </a:solidFill>
                </a:rPr>
                <a:t>0 cm</a:t>
              </a:r>
            </a:p>
          </p:txBody>
        </p:sp>
        <p:sp>
          <p:nvSpPr>
            <p:cNvPr id="58" name="TextBox 57"/>
            <p:cNvSpPr txBox="1"/>
            <p:nvPr userDrawn="1"/>
          </p:nvSpPr>
          <p:spPr>
            <a:xfrm>
              <a:off x="-747711" y="5640188"/>
              <a:ext cx="438671" cy="123111"/>
            </a:xfrm>
            <a:prstGeom prst="rect">
              <a:avLst/>
            </a:prstGeom>
            <a:noFill/>
          </p:spPr>
          <p:txBody>
            <a:bodyPr wrap="square" lIns="0" tIns="0" rIns="0" bIns="0" rtlCol="0">
              <a:spAutoFit/>
            </a:bodyPr>
            <a:lstStyle/>
            <a:p>
              <a:pPr algn="r"/>
              <a:r>
                <a:rPr lang="en-GB" sz="800">
                  <a:solidFill>
                    <a:schemeClr val="tx1"/>
                  </a:solidFill>
                </a:rPr>
                <a:t>6.35 cm</a:t>
              </a:r>
            </a:p>
          </p:txBody>
        </p:sp>
        <p:sp>
          <p:nvSpPr>
            <p:cNvPr id="60" name="TextBox 59"/>
            <p:cNvSpPr txBox="1"/>
            <p:nvPr userDrawn="1"/>
          </p:nvSpPr>
          <p:spPr>
            <a:xfrm>
              <a:off x="304800" y="-437436"/>
              <a:ext cx="438671" cy="123111"/>
            </a:xfrm>
            <a:prstGeom prst="rect">
              <a:avLst/>
            </a:prstGeom>
            <a:noFill/>
          </p:spPr>
          <p:txBody>
            <a:bodyPr wrap="square" lIns="0" tIns="0" rIns="0" bIns="0" rtlCol="0">
              <a:spAutoFit/>
            </a:bodyPr>
            <a:lstStyle/>
            <a:p>
              <a:pPr algn="l"/>
              <a:r>
                <a:rPr lang="en-GB" sz="800">
                  <a:solidFill>
                    <a:schemeClr val="tx1"/>
                  </a:solidFill>
                </a:rPr>
                <a:t>15.93cm</a:t>
              </a:r>
            </a:p>
          </p:txBody>
        </p:sp>
        <p:sp>
          <p:nvSpPr>
            <p:cNvPr id="72" name="TextBox 71"/>
            <p:cNvSpPr txBox="1"/>
            <p:nvPr userDrawn="1"/>
          </p:nvSpPr>
          <p:spPr>
            <a:xfrm>
              <a:off x="11426031" y="-437436"/>
              <a:ext cx="438671" cy="123111"/>
            </a:xfrm>
            <a:prstGeom prst="rect">
              <a:avLst/>
            </a:prstGeom>
            <a:noFill/>
          </p:spPr>
          <p:txBody>
            <a:bodyPr wrap="square" lIns="0" tIns="0" rIns="0" bIns="0" rtlCol="0">
              <a:spAutoFit/>
            </a:bodyPr>
            <a:lstStyle/>
            <a:p>
              <a:pPr algn="r"/>
              <a:r>
                <a:rPr lang="en-GB" sz="800">
                  <a:solidFill>
                    <a:schemeClr val="tx1"/>
                  </a:solidFill>
                </a:rPr>
                <a:t>15.93 cm</a:t>
              </a:r>
            </a:p>
          </p:txBody>
        </p:sp>
        <p:cxnSp>
          <p:nvCxnSpPr>
            <p:cNvPr id="5" name="Straight Connector 4"/>
            <p:cNvCxnSpPr/>
            <p:nvPr userDrawn="1"/>
          </p:nvCxnSpPr>
          <p:spPr>
            <a:xfrm>
              <a:off x="361588"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85" name="TextBox 84"/>
            <p:cNvSpPr txBox="1"/>
            <p:nvPr userDrawn="1"/>
          </p:nvSpPr>
          <p:spPr>
            <a:xfrm>
              <a:off x="-1143000" y="5763299"/>
              <a:ext cx="833960" cy="123111"/>
            </a:xfrm>
            <a:prstGeom prst="rect">
              <a:avLst/>
            </a:prstGeom>
            <a:noFill/>
          </p:spPr>
          <p:txBody>
            <a:bodyPr wrap="square" lIns="0" tIns="0" rIns="0" bIns="0" rtlCol="0">
              <a:spAutoFit/>
            </a:bodyPr>
            <a:lstStyle/>
            <a:p>
              <a:pPr algn="r"/>
              <a:r>
                <a:rPr lang="en-GB" sz="800">
                  <a:solidFill>
                    <a:schemeClr val="tx1"/>
                  </a:solidFill>
                </a:rPr>
                <a:t>Content Bottom</a:t>
              </a:r>
            </a:p>
          </p:txBody>
        </p:sp>
        <p:sp>
          <p:nvSpPr>
            <p:cNvPr id="86" name="TextBox 85"/>
            <p:cNvSpPr txBox="1"/>
            <p:nvPr userDrawn="1"/>
          </p:nvSpPr>
          <p:spPr>
            <a:xfrm>
              <a:off x="-1143000" y="1769267"/>
              <a:ext cx="833960" cy="123111"/>
            </a:xfrm>
            <a:prstGeom prst="rect">
              <a:avLst/>
            </a:prstGeom>
            <a:noFill/>
          </p:spPr>
          <p:txBody>
            <a:bodyPr wrap="square" lIns="0" tIns="0" rIns="0" bIns="0" rtlCol="0">
              <a:spAutoFit/>
            </a:bodyPr>
            <a:lstStyle/>
            <a:p>
              <a:pPr algn="r"/>
              <a:r>
                <a:rPr lang="en-GB" sz="800">
                  <a:solidFill>
                    <a:schemeClr val="tx1"/>
                  </a:solidFill>
                </a:rPr>
                <a:t>Content Top</a:t>
              </a:r>
            </a:p>
          </p:txBody>
        </p:sp>
        <p:sp>
          <p:nvSpPr>
            <p:cNvPr id="88" name="TextBox 87"/>
            <p:cNvSpPr txBox="1"/>
            <p:nvPr userDrawn="1"/>
          </p:nvSpPr>
          <p:spPr>
            <a:xfrm>
              <a:off x="-590537" y="-438330"/>
              <a:ext cx="833960" cy="123111"/>
            </a:xfrm>
            <a:prstGeom prst="rect">
              <a:avLst/>
            </a:prstGeom>
            <a:noFill/>
          </p:spPr>
          <p:txBody>
            <a:bodyPr wrap="square" lIns="0" tIns="0" rIns="0" bIns="0" rtlCol="0">
              <a:spAutoFit/>
            </a:bodyPr>
            <a:lstStyle/>
            <a:p>
              <a:pPr algn="r"/>
              <a:r>
                <a:rPr lang="en-GB" sz="800">
                  <a:solidFill>
                    <a:schemeClr val="tx1"/>
                  </a:solidFill>
                </a:rPr>
                <a:t>Left Margin</a:t>
              </a:r>
            </a:p>
          </p:txBody>
        </p:sp>
        <p:sp>
          <p:nvSpPr>
            <p:cNvPr id="89" name="TextBox 88"/>
            <p:cNvSpPr txBox="1"/>
            <p:nvPr userDrawn="1"/>
          </p:nvSpPr>
          <p:spPr>
            <a:xfrm>
              <a:off x="11898039" y="-438330"/>
              <a:ext cx="639242" cy="123111"/>
            </a:xfrm>
            <a:prstGeom prst="rect">
              <a:avLst/>
            </a:prstGeom>
            <a:noFill/>
          </p:spPr>
          <p:txBody>
            <a:bodyPr wrap="square" lIns="0" tIns="0" rIns="0" bIns="0" rtlCol="0">
              <a:spAutoFit/>
            </a:bodyPr>
            <a:lstStyle/>
            <a:p>
              <a:pPr algn="l"/>
              <a:r>
                <a:rPr lang="en-GB" sz="800">
                  <a:solidFill>
                    <a:schemeClr val="tx1"/>
                  </a:solidFill>
                </a:rPr>
                <a:t>Right Margin</a:t>
              </a:r>
            </a:p>
          </p:txBody>
        </p:sp>
        <p:cxnSp>
          <p:nvCxnSpPr>
            <p:cNvPr id="98" name="Straight Connector 97"/>
            <p:cNvCxnSpPr/>
            <p:nvPr userDrawn="1"/>
          </p:nvCxnSpPr>
          <p:spPr>
            <a:xfrm>
              <a:off x="6096000" y="-363357"/>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99" name="TextBox 98"/>
            <p:cNvSpPr txBox="1"/>
            <p:nvPr userDrawn="1"/>
          </p:nvSpPr>
          <p:spPr>
            <a:xfrm>
              <a:off x="5914719" y="-600255"/>
              <a:ext cx="362256" cy="246221"/>
            </a:xfrm>
            <a:prstGeom prst="rect">
              <a:avLst/>
            </a:prstGeom>
            <a:noFill/>
          </p:spPr>
          <p:txBody>
            <a:bodyPr wrap="square" lIns="0" tIns="0" rIns="0" bIns="0" rtlCol="0">
              <a:spAutoFit/>
            </a:bodyPr>
            <a:lstStyle/>
            <a:p>
              <a:pPr algn="ctr"/>
              <a:r>
                <a:rPr lang="en-GB" sz="800">
                  <a:solidFill>
                    <a:schemeClr val="tx1"/>
                  </a:solidFill>
                </a:rPr>
                <a:t>Middle </a:t>
              </a:r>
              <a:br>
                <a:rPr lang="en-GB" sz="800">
                  <a:solidFill>
                    <a:schemeClr val="tx1"/>
                  </a:solidFill>
                </a:rPr>
              </a:br>
              <a:r>
                <a:rPr lang="en-GB" sz="800">
                  <a:solidFill>
                    <a:schemeClr val="tx1"/>
                  </a:solidFill>
                </a:rPr>
                <a:t>0cm </a:t>
              </a:r>
            </a:p>
          </p:txBody>
        </p:sp>
        <p:sp>
          <p:nvSpPr>
            <p:cNvPr id="101" name="TextBox 100"/>
            <p:cNvSpPr txBox="1"/>
            <p:nvPr userDrawn="1"/>
          </p:nvSpPr>
          <p:spPr>
            <a:xfrm>
              <a:off x="5636264"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4" name="Straight Connector 103"/>
            <p:cNvCxnSpPr/>
            <p:nvPr userDrawn="1"/>
          </p:nvCxnSpPr>
          <p:spPr>
            <a:xfrm>
              <a:off x="6000389"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userDrawn="1"/>
          </p:nvCxnSpPr>
          <p:spPr>
            <a:xfrm>
              <a:off x="6190362"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userDrawn="1"/>
          </p:nvSpPr>
          <p:spPr>
            <a:xfrm>
              <a:off x="6191102"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7" name="Straight Connector 106"/>
            <p:cNvCxnSpPr/>
            <p:nvPr userDrawn="1"/>
          </p:nvCxnSpPr>
          <p:spPr>
            <a:xfrm>
              <a:off x="11836111"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userDrawn="1"/>
          </p:nvCxnSpPr>
          <p:spPr>
            <a:xfrm>
              <a:off x="-256200" y="43082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userDrawn="1"/>
          </p:nvSpPr>
          <p:spPr>
            <a:xfrm>
              <a:off x="-747711" y="404813"/>
              <a:ext cx="438671" cy="123111"/>
            </a:xfrm>
            <a:prstGeom prst="rect">
              <a:avLst/>
            </a:prstGeom>
            <a:noFill/>
          </p:spPr>
          <p:txBody>
            <a:bodyPr wrap="square" lIns="0" tIns="0" rIns="0" bIns="0" rtlCol="0">
              <a:spAutoFit/>
            </a:bodyPr>
            <a:lstStyle/>
            <a:p>
              <a:pPr algn="r"/>
              <a:r>
                <a:rPr lang="en-GB" sz="800">
                  <a:solidFill>
                    <a:schemeClr val="tx1"/>
                  </a:solidFill>
                </a:rPr>
                <a:t>8.33cm</a:t>
              </a:r>
            </a:p>
          </p:txBody>
        </p:sp>
        <p:sp>
          <p:nvSpPr>
            <p:cNvPr id="110" name="TextBox 109"/>
            <p:cNvSpPr txBox="1"/>
            <p:nvPr userDrawn="1"/>
          </p:nvSpPr>
          <p:spPr>
            <a:xfrm>
              <a:off x="-1143000" y="527924"/>
              <a:ext cx="833960" cy="123111"/>
            </a:xfrm>
            <a:prstGeom prst="rect">
              <a:avLst/>
            </a:prstGeom>
            <a:noFill/>
          </p:spPr>
          <p:txBody>
            <a:bodyPr wrap="square" lIns="0" tIns="0" rIns="0" bIns="0" rtlCol="0">
              <a:spAutoFit/>
            </a:bodyPr>
            <a:lstStyle/>
            <a:p>
              <a:pPr algn="r"/>
              <a:r>
                <a:rPr lang="en-GB" sz="800">
                  <a:solidFill>
                    <a:schemeClr val="tx1"/>
                  </a:solidFill>
                </a:rPr>
                <a:t>Title Top</a:t>
              </a:r>
            </a:p>
          </p:txBody>
        </p:sp>
        <p:sp>
          <p:nvSpPr>
            <p:cNvPr id="33" name="TextBox 32">
              <a:extLst>
                <a:ext uri="{FF2B5EF4-FFF2-40B4-BE49-F238E27FC236}">
                  <a16:creationId xmlns:a16="http://schemas.microsoft.com/office/drawing/2014/main" id="{CFEAE3B3-5D06-4E3B-A398-C6BC23EA7359}"/>
                </a:ext>
              </a:extLst>
            </p:cNvPr>
            <p:cNvSpPr txBox="1"/>
            <p:nvPr userDrawn="1"/>
          </p:nvSpPr>
          <p:spPr>
            <a:xfrm>
              <a:off x="-747711" y="6069920"/>
              <a:ext cx="438671" cy="123111"/>
            </a:xfrm>
            <a:prstGeom prst="rect">
              <a:avLst/>
            </a:prstGeom>
            <a:noFill/>
          </p:spPr>
          <p:txBody>
            <a:bodyPr wrap="square" lIns="0" tIns="0" rIns="0" bIns="0" rtlCol="0">
              <a:spAutoFit/>
            </a:bodyPr>
            <a:lstStyle/>
            <a:p>
              <a:pPr algn="r"/>
              <a:r>
                <a:rPr lang="en-GB" sz="800">
                  <a:solidFill>
                    <a:schemeClr val="tx1"/>
                  </a:solidFill>
                </a:rPr>
                <a:t>7.54 cm</a:t>
              </a:r>
            </a:p>
          </p:txBody>
        </p:sp>
        <p:sp>
          <p:nvSpPr>
            <p:cNvPr id="34" name="TextBox 33">
              <a:extLst>
                <a:ext uri="{FF2B5EF4-FFF2-40B4-BE49-F238E27FC236}">
                  <a16:creationId xmlns:a16="http://schemas.microsoft.com/office/drawing/2014/main" id="{5962E1CA-16B1-4204-B4FF-F9B26DDEE92A}"/>
                </a:ext>
              </a:extLst>
            </p:cNvPr>
            <p:cNvSpPr txBox="1"/>
            <p:nvPr userDrawn="1"/>
          </p:nvSpPr>
          <p:spPr>
            <a:xfrm>
              <a:off x="-1143000" y="6193031"/>
              <a:ext cx="833960" cy="123111"/>
            </a:xfrm>
            <a:prstGeom prst="rect">
              <a:avLst/>
            </a:prstGeom>
            <a:noFill/>
          </p:spPr>
          <p:txBody>
            <a:bodyPr wrap="square" lIns="0" tIns="0" rIns="0" bIns="0" rtlCol="0">
              <a:spAutoFit/>
            </a:bodyPr>
            <a:lstStyle/>
            <a:p>
              <a:pPr algn="r"/>
              <a:r>
                <a:rPr lang="en-GB" sz="800">
                  <a:solidFill>
                    <a:schemeClr val="tx1"/>
                  </a:solidFill>
                </a:rPr>
                <a:t>Image Bottom</a:t>
              </a:r>
            </a:p>
          </p:txBody>
        </p:sp>
      </p:grpSp>
      <p:cxnSp>
        <p:nvCxnSpPr>
          <p:cNvPr id="6" name="Straight Connector 5">
            <a:extLst>
              <a:ext uri="{FF2B5EF4-FFF2-40B4-BE49-F238E27FC236}">
                <a16:creationId xmlns:a16="http://schemas.microsoft.com/office/drawing/2014/main" id="{6805F70E-6BF1-451B-AC5F-64819FD40883}"/>
              </a:ext>
            </a:extLst>
          </p:cNvPr>
          <p:cNvCxnSpPr>
            <a:cxnSpLocks/>
          </p:cNvCxnSpPr>
          <p:nvPr userDrawn="1">
            <p:custDataLst>
              <p:tags r:id="rId26"/>
            </p:custDataLst>
          </p:nvPr>
        </p:nvCxnSpPr>
        <p:spPr>
          <a:xfrm>
            <a:off x="360000" y="6120000"/>
            <a:ext cx="11474161"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2E34BF42-7684-406F-98E3-C743AA588C19}"/>
              </a:ext>
            </a:extLst>
          </p:cNvPr>
          <p:cNvPicPr>
            <a:picLocks noChangeAspect="1"/>
          </p:cNvPicPr>
          <p:nvPr userDrawn="1"/>
        </p:nvPicPr>
        <p:blipFill>
          <a:blip r:embed="rId27" cstate="print">
            <a:extLst>
              <a:ext uri="{28A0092B-C50C-407E-A947-70E740481C1C}">
                <a14:useLocalDpi xmlns:a14="http://schemas.microsoft.com/office/drawing/2010/main"/>
              </a:ext>
            </a:extLst>
          </a:blip>
          <a:stretch>
            <a:fillRect/>
          </a:stretch>
        </p:blipFill>
        <p:spPr>
          <a:xfrm>
            <a:off x="359997" y="6382872"/>
            <a:ext cx="2823089" cy="211918"/>
          </a:xfrm>
          <a:prstGeom prst="rect">
            <a:avLst/>
          </a:prstGeom>
        </p:spPr>
      </p:pic>
      <p:sp>
        <p:nvSpPr>
          <p:cNvPr id="37" name="Footer Placeholder 2">
            <a:extLst>
              <a:ext uri="{FF2B5EF4-FFF2-40B4-BE49-F238E27FC236}">
                <a16:creationId xmlns:a16="http://schemas.microsoft.com/office/drawing/2014/main" id="{6AAC979D-4B54-491A-9F1A-59CD16E6D8DC}"/>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spTree>
    <p:extLst>
      <p:ext uri="{BB962C8B-B14F-4D97-AF65-F5344CB8AC3E}">
        <p14:creationId xmlns:p14="http://schemas.microsoft.com/office/powerpoint/2010/main" val="1200184822"/>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90" r:id="rId23"/>
    <p:sldLayoutId id="2147483791" r:id="rId2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100000"/>
        </a:lnSpc>
        <a:spcBef>
          <a:spcPts val="600"/>
        </a:spcBef>
        <a:buNone/>
        <a:defRPr sz="2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1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1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1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1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14" pos="7453">
          <p15:clr>
            <a:srgbClr val="F26B43"/>
          </p15:clr>
        </p15:guide>
        <p15:guide id="28" orient="horz" pos="1076">
          <p15:clr>
            <a:srgbClr val="F26B43"/>
          </p15:clr>
        </p15:guide>
        <p15:guide id="29" orient="horz" pos="270">
          <p15:clr>
            <a:srgbClr val="F26B43"/>
          </p15:clr>
        </p15:guide>
        <p15:guide id="33" orient="horz" pos="3600">
          <p15:clr>
            <a:srgbClr val="F26B43"/>
          </p15:clr>
        </p15:guide>
        <p15:guide id="35" pos="228">
          <p15:clr>
            <a:srgbClr val="F26B43"/>
          </p15:clr>
        </p15:guide>
        <p15:guide id="36" pos="3840">
          <p15:clr>
            <a:srgbClr val="F26B43"/>
          </p15:clr>
        </p15:guide>
        <p15:guide id="37" pos="3782">
          <p15:clr>
            <a:srgbClr val="F26B43"/>
          </p15:clr>
        </p15:guide>
        <p15:guide id="38" pos="3900">
          <p15:clr>
            <a:srgbClr val="F26B43"/>
          </p15:clr>
        </p15:guide>
        <p15:guide id="39" orient="horz" pos="387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3" name="Slide Number Placeholder 5"/>
          <p:cNvSpPr>
            <a:spLocks noGrp="1"/>
          </p:cNvSpPr>
          <p:nvPr>
            <p:ph type="sldNum" sz="quarter" idx="4"/>
          </p:nvPr>
        </p:nvSpPr>
        <p:spPr>
          <a:xfrm>
            <a:off x="10856913" y="6394275"/>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pic>
        <p:nvPicPr>
          <p:cNvPr id="7" name="Picture 34">
            <a:extLst>
              <a:ext uri="{FF2B5EF4-FFF2-40B4-BE49-F238E27FC236}">
                <a16:creationId xmlns:a16="http://schemas.microsoft.com/office/drawing/2014/main" id="{9892F2DA-CF18-2C45-B6F0-4DBA818A7E12}"/>
              </a:ext>
            </a:extLst>
          </p:cNvPr>
          <p:cNvPicPr>
            <a:picLocks noChangeAspect="1"/>
          </p:cNvPicPr>
          <p:nvPr userDrawn="1"/>
        </p:nvPicPr>
        <p:blipFill>
          <a:blip r:embed="rId32" cstate="print">
            <a:extLst>
              <a:ext uri="{28A0092B-C50C-407E-A947-70E740481C1C}">
                <a14:useLocalDpi xmlns:a14="http://schemas.microsoft.com/office/drawing/2010/main"/>
              </a:ext>
            </a:extLst>
          </a:blip>
          <a:stretch>
            <a:fillRect/>
          </a:stretch>
        </p:blipFill>
        <p:spPr>
          <a:xfrm>
            <a:off x="334963" y="6382872"/>
            <a:ext cx="2823089" cy="211918"/>
          </a:xfrm>
          <a:prstGeom prst="rect">
            <a:avLst/>
          </a:prstGeom>
        </p:spPr>
      </p:pic>
      <p:cxnSp>
        <p:nvCxnSpPr>
          <p:cNvPr id="8" name="Straight Connector 5">
            <a:extLst>
              <a:ext uri="{FF2B5EF4-FFF2-40B4-BE49-F238E27FC236}">
                <a16:creationId xmlns:a16="http://schemas.microsoft.com/office/drawing/2014/main" id="{43544033-EE04-4145-A76E-B71104B7B75F}"/>
              </a:ext>
            </a:extLst>
          </p:cNvPr>
          <p:cNvCxnSpPr>
            <a:cxnSpLocks/>
          </p:cNvCxnSpPr>
          <p:nvPr userDrawn="1">
            <p:custDataLst>
              <p:tags r:id="rId31"/>
            </p:custDataLst>
          </p:nvPr>
        </p:nvCxnSpPr>
        <p:spPr>
          <a:xfrm>
            <a:off x="334963" y="6120000"/>
            <a:ext cx="11499198" cy="0"/>
          </a:xfrm>
          <a:prstGeom prst="line">
            <a:avLst/>
          </a:prstGeom>
          <a:ln w="38100">
            <a:solidFill>
              <a:srgbClr val="000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20068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 id="2147483816" r:id="rId24"/>
    <p:sldLayoutId id="2147483817" r:id="rId25"/>
    <p:sldLayoutId id="2147483818" r:id="rId26"/>
    <p:sldLayoutId id="2147483819" r:id="rId27"/>
    <p:sldLayoutId id="2147483820" r:id="rId28"/>
    <p:sldLayoutId id="2147483821"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ts val="4000"/>
        </a:lnSpc>
        <a:spcBef>
          <a:spcPts val="0"/>
        </a:spcBef>
        <a:buNone/>
        <a:defRPr sz="4000" b="0" i="0" kern="1200" cap="all" baseline="0">
          <a:solidFill>
            <a:srgbClr val="A84C97"/>
          </a:solidFill>
          <a:latin typeface="Kantar Brown Thin" panose="020B0304020101010102" pitchFamily="34" charset="77"/>
          <a:ea typeface="+mj-ea"/>
          <a:cs typeface="Kantar Brown Thin" panose="020B0304020101010102" pitchFamily="34" charset="77"/>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200" b="0" i="0" kern="1200">
          <a:solidFill>
            <a:srgbClr val="000000"/>
          </a:solidFill>
          <a:latin typeface="Kantar Brown Light" panose="020B0404020101010102" pitchFamily="34" charset="77"/>
          <a:ea typeface="+mn-ea"/>
          <a:cs typeface="Kantar Brown Light" panose="020B0404020101010102" pitchFamily="34" charset="77"/>
        </a:defRPr>
      </a:lvl1pPr>
      <a:lvl2pPr marL="180975" indent="-180975" algn="l" defTabSz="914400" rtl="0" eaLnBrk="1" latinLnBrk="0" hangingPunct="1">
        <a:lnSpc>
          <a:spcPct val="100000"/>
        </a:lnSpc>
        <a:spcBef>
          <a:spcPts val="600"/>
        </a:spcBef>
        <a:buFont typeface="Wingdings" panose="05000000000000000000" pitchFamily="2" charset="2"/>
        <a:buChar char="§"/>
        <a:defRPr sz="1200" b="0" i="0" kern="1200">
          <a:solidFill>
            <a:srgbClr val="000000"/>
          </a:solidFill>
          <a:latin typeface="Kantar Brown Light" panose="020B0404020101010102" pitchFamily="34" charset="77"/>
          <a:ea typeface="+mn-ea"/>
          <a:cs typeface="Kantar Brown Light" panose="020B0404020101010102" pitchFamily="34" charset="77"/>
        </a:defRPr>
      </a:lvl2pPr>
      <a:lvl3pPr marL="361950" indent="-180975" algn="l" defTabSz="914400" rtl="0" eaLnBrk="1" latinLnBrk="0" hangingPunct="1">
        <a:lnSpc>
          <a:spcPct val="100000"/>
        </a:lnSpc>
        <a:spcBef>
          <a:spcPts val="600"/>
        </a:spcBef>
        <a:buFont typeface="Wingdings" panose="05000000000000000000" pitchFamily="2" charset="2"/>
        <a:buChar char="§"/>
        <a:defRPr sz="1200" b="0" i="0" kern="1200">
          <a:solidFill>
            <a:srgbClr val="000000"/>
          </a:solidFill>
          <a:latin typeface="Kantar Brown Light" panose="020B0404020101010102" pitchFamily="34" charset="77"/>
          <a:ea typeface="+mn-ea"/>
          <a:cs typeface="Kantar Brown Light" panose="020B0404020101010102" pitchFamily="34" charset="77"/>
        </a:defRPr>
      </a:lvl3pPr>
      <a:lvl4pPr marL="542925" indent="-180975" algn="l" defTabSz="914400" rtl="0" eaLnBrk="1" latinLnBrk="0" hangingPunct="1">
        <a:lnSpc>
          <a:spcPct val="100000"/>
        </a:lnSpc>
        <a:spcBef>
          <a:spcPts val="600"/>
        </a:spcBef>
        <a:buFont typeface="Wingdings" panose="05000000000000000000" pitchFamily="2" charset="2"/>
        <a:buChar char="§"/>
        <a:defRPr sz="1200" b="0" i="0" kern="1200">
          <a:solidFill>
            <a:srgbClr val="000000"/>
          </a:solidFill>
          <a:latin typeface="Kantar Brown Light" panose="020B0404020101010102" pitchFamily="34" charset="77"/>
          <a:ea typeface="+mn-ea"/>
          <a:cs typeface="Kantar Brown Light" panose="020B0404020101010102" pitchFamily="34" charset="77"/>
        </a:defRPr>
      </a:lvl4pPr>
      <a:lvl5pPr marL="714375" indent="-171450" algn="l" defTabSz="914400" rtl="0" eaLnBrk="1" latinLnBrk="0" hangingPunct="1">
        <a:lnSpc>
          <a:spcPct val="100000"/>
        </a:lnSpc>
        <a:spcBef>
          <a:spcPts val="600"/>
        </a:spcBef>
        <a:buFont typeface="Wingdings" panose="05000000000000000000" pitchFamily="2" charset="2"/>
        <a:buChar char="§"/>
        <a:defRPr sz="1200" b="0" i="0" kern="1200">
          <a:solidFill>
            <a:srgbClr val="000000"/>
          </a:solidFill>
          <a:latin typeface="Kantar Brown Light" panose="020B0404020101010102" pitchFamily="34" charset="77"/>
          <a:ea typeface="+mn-ea"/>
          <a:cs typeface="Kantar Brown Light" panose="020B0404020101010102" pitchFamily="34"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14" pos="7451">
          <p15:clr>
            <a:srgbClr val="F26B43"/>
          </p15:clr>
        </p15:guide>
        <p15:guide id="28" orient="horz" pos="1076">
          <p15:clr>
            <a:srgbClr val="F26B43"/>
          </p15:clr>
        </p15:guide>
        <p15:guide id="29" orient="horz" pos="270">
          <p15:clr>
            <a:srgbClr val="F26B43"/>
          </p15:clr>
        </p15:guide>
        <p15:guide id="33" orient="horz" pos="3634">
          <p15:clr>
            <a:srgbClr val="F26B43"/>
          </p15:clr>
        </p15:guide>
        <p15:guide id="35" pos="228">
          <p15:clr>
            <a:srgbClr val="F26B43"/>
          </p15:clr>
        </p15:guide>
        <p15:guide id="39" pos="302">
          <p15:clr>
            <a:srgbClr val="F26B43"/>
          </p15:clr>
        </p15:guide>
        <p15:guide id="40" orient="horz" pos="384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1" name="Title Placeholder 1"/>
          <p:cNvSpPr>
            <a:spLocks noGrp="1"/>
          </p:cNvSpPr>
          <p:nvPr>
            <p:ph type="title"/>
          </p:nvPr>
        </p:nvSpPr>
        <p:spPr>
          <a:xfrm>
            <a:off x="359999" y="430718"/>
            <a:ext cx="5643925" cy="403200"/>
          </a:xfrm>
          <a:prstGeom prst="rect">
            <a:avLst/>
          </a:prstGeom>
        </p:spPr>
        <p:txBody>
          <a:bodyPr vert="horz" lIns="0" tIns="0" rIns="0" bIns="0" rtlCol="0" anchor="t">
            <a:noAutofit/>
          </a:bodyPr>
          <a:lstStyle/>
          <a:p>
            <a:r>
              <a:rPr lang="en-US"/>
              <a:t>Click to add title</a:t>
            </a:r>
            <a:endParaRPr lang="en-GB"/>
          </a:p>
        </p:txBody>
      </p:sp>
      <p:sp>
        <p:nvSpPr>
          <p:cNvPr id="92" name="Text Placeholder 2"/>
          <p:cNvSpPr>
            <a:spLocks noGrp="1"/>
          </p:cNvSpPr>
          <p:nvPr>
            <p:ph type="body" idx="1"/>
          </p:nvPr>
        </p:nvSpPr>
        <p:spPr>
          <a:xfrm>
            <a:off x="359999" y="1710000"/>
            <a:ext cx="11466875" cy="3999600"/>
          </a:xfrm>
          <a:prstGeom prst="rect">
            <a:avLst/>
          </a:prstGeom>
        </p:spPr>
        <p:txBody>
          <a:bodyPr vert="horz" lIns="0" tIns="0" rIns="0" bIns="0" rtlCol="0">
            <a:no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93" name="Slide Number Placeholder 5"/>
          <p:cNvSpPr>
            <a:spLocks noGrp="1"/>
          </p:cNvSpPr>
          <p:nvPr>
            <p:ph type="sldNum" sz="quarter" idx="4"/>
          </p:nvPr>
        </p:nvSpPr>
        <p:spPr>
          <a:xfrm>
            <a:off x="10856913" y="6390000"/>
            <a:ext cx="969962" cy="196850"/>
          </a:xfrm>
          <a:prstGeom prst="rect">
            <a:avLst/>
          </a:prstGeom>
        </p:spPr>
        <p:txBody>
          <a:bodyPr vert="horz" lIns="0" tIns="0" rIns="0" bIns="0" rtlCol="0" anchor="ctr"/>
          <a:lstStyle>
            <a:lvl1pPr algn="r">
              <a:defRPr sz="900">
                <a:solidFill>
                  <a:schemeClr val="tx1"/>
                </a:solidFill>
                <a:latin typeface="Kantar Brown" panose="020B0504020101010102" pitchFamily="34" charset="77"/>
                <a:cs typeface="Kantar Brown" panose="020B0504020101010102" pitchFamily="34" charset="77"/>
              </a:defRPr>
            </a:lvl1pPr>
          </a:lstStyle>
          <a:p>
            <a:fld id="{4034BEE3-566C-4068-A777-C3A4762E861B}" type="slidenum">
              <a:rPr lang="en-GB" smtClean="0"/>
              <a:pPr/>
              <a:t>‹nº›</a:t>
            </a:fld>
            <a:endParaRPr lang="en-GB" sz="900"/>
          </a:p>
        </p:txBody>
      </p:sp>
      <p:grpSp>
        <p:nvGrpSpPr>
          <p:cNvPr id="2" name="Group 1"/>
          <p:cNvGrpSpPr/>
          <p:nvPr userDrawn="1"/>
        </p:nvGrpSpPr>
        <p:grpSpPr>
          <a:xfrm>
            <a:off x="-1143000" y="-600255"/>
            <a:ext cx="13680281" cy="6913023"/>
            <a:chOff x="-1143000" y="-600255"/>
            <a:chExt cx="13680281" cy="6913023"/>
          </a:xfrm>
        </p:grpSpPr>
        <p:cxnSp>
          <p:nvCxnSpPr>
            <p:cNvPr id="14" name="Straight Connector 13"/>
            <p:cNvCxnSpPr/>
            <p:nvPr userDrawn="1"/>
          </p:nvCxnSpPr>
          <p:spPr>
            <a:xfrm>
              <a:off x="-256200" y="1710267"/>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256200" y="614382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256200" y="342635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256200" y="571447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51" name="TextBox 50"/>
            <p:cNvSpPr txBox="1"/>
            <p:nvPr userDrawn="1"/>
          </p:nvSpPr>
          <p:spPr>
            <a:xfrm>
              <a:off x="-747711" y="1646156"/>
              <a:ext cx="438671" cy="123111"/>
            </a:xfrm>
            <a:prstGeom prst="rect">
              <a:avLst/>
            </a:prstGeom>
            <a:noFill/>
          </p:spPr>
          <p:txBody>
            <a:bodyPr wrap="square" lIns="0" tIns="0" rIns="0" bIns="0" rtlCol="0">
              <a:spAutoFit/>
            </a:bodyPr>
            <a:lstStyle/>
            <a:p>
              <a:pPr algn="r"/>
              <a:r>
                <a:rPr lang="en-GB" sz="800">
                  <a:solidFill>
                    <a:schemeClr val="tx1"/>
                  </a:solidFill>
                </a:rPr>
                <a:t>4.78cm</a:t>
              </a:r>
            </a:p>
          </p:txBody>
        </p:sp>
        <p:sp>
          <p:nvSpPr>
            <p:cNvPr id="54" name="TextBox 53"/>
            <p:cNvSpPr txBox="1"/>
            <p:nvPr userDrawn="1"/>
          </p:nvSpPr>
          <p:spPr>
            <a:xfrm>
              <a:off x="-747711" y="3357884"/>
              <a:ext cx="438671" cy="123111"/>
            </a:xfrm>
            <a:prstGeom prst="rect">
              <a:avLst/>
            </a:prstGeom>
            <a:noFill/>
          </p:spPr>
          <p:txBody>
            <a:bodyPr wrap="square" lIns="0" tIns="0" rIns="0" bIns="0" rtlCol="0">
              <a:spAutoFit/>
            </a:bodyPr>
            <a:lstStyle/>
            <a:p>
              <a:pPr algn="r"/>
              <a:r>
                <a:rPr lang="en-GB" sz="800">
                  <a:solidFill>
                    <a:schemeClr val="tx1"/>
                  </a:solidFill>
                </a:rPr>
                <a:t>0 cm</a:t>
              </a:r>
            </a:p>
          </p:txBody>
        </p:sp>
        <p:sp>
          <p:nvSpPr>
            <p:cNvPr id="58" name="TextBox 57"/>
            <p:cNvSpPr txBox="1"/>
            <p:nvPr userDrawn="1"/>
          </p:nvSpPr>
          <p:spPr>
            <a:xfrm>
              <a:off x="-747711" y="5640188"/>
              <a:ext cx="438671" cy="123111"/>
            </a:xfrm>
            <a:prstGeom prst="rect">
              <a:avLst/>
            </a:prstGeom>
            <a:noFill/>
          </p:spPr>
          <p:txBody>
            <a:bodyPr wrap="square" lIns="0" tIns="0" rIns="0" bIns="0" rtlCol="0">
              <a:spAutoFit/>
            </a:bodyPr>
            <a:lstStyle/>
            <a:p>
              <a:pPr algn="r"/>
              <a:r>
                <a:rPr lang="en-GB" sz="800">
                  <a:solidFill>
                    <a:schemeClr val="tx1"/>
                  </a:solidFill>
                </a:rPr>
                <a:t>6.35 cm</a:t>
              </a:r>
            </a:p>
          </p:txBody>
        </p:sp>
        <p:sp>
          <p:nvSpPr>
            <p:cNvPr id="60" name="TextBox 59"/>
            <p:cNvSpPr txBox="1"/>
            <p:nvPr userDrawn="1"/>
          </p:nvSpPr>
          <p:spPr>
            <a:xfrm>
              <a:off x="304800" y="-437436"/>
              <a:ext cx="438671" cy="123111"/>
            </a:xfrm>
            <a:prstGeom prst="rect">
              <a:avLst/>
            </a:prstGeom>
            <a:noFill/>
          </p:spPr>
          <p:txBody>
            <a:bodyPr wrap="square" lIns="0" tIns="0" rIns="0" bIns="0" rtlCol="0">
              <a:spAutoFit/>
            </a:bodyPr>
            <a:lstStyle/>
            <a:p>
              <a:pPr algn="l"/>
              <a:r>
                <a:rPr lang="en-GB" sz="800">
                  <a:solidFill>
                    <a:schemeClr val="tx1"/>
                  </a:solidFill>
                </a:rPr>
                <a:t>15.93cm</a:t>
              </a:r>
            </a:p>
          </p:txBody>
        </p:sp>
        <p:sp>
          <p:nvSpPr>
            <p:cNvPr id="72" name="TextBox 71"/>
            <p:cNvSpPr txBox="1"/>
            <p:nvPr userDrawn="1"/>
          </p:nvSpPr>
          <p:spPr>
            <a:xfrm>
              <a:off x="11426031" y="-437436"/>
              <a:ext cx="438671" cy="123111"/>
            </a:xfrm>
            <a:prstGeom prst="rect">
              <a:avLst/>
            </a:prstGeom>
            <a:noFill/>
          </p:spPr>
          <p:txBody>
            <a:bodyPr wrap="square" lIns="0" tIns="0" rIns="0" bIns="0" rtlCol="0">
              <a:spAutoFit/>
            </a:bodyPr>
            <a:lstStyle/>
            <a:p>
              <a:pPr algn="r"/>
              <a:r>
                <a:rPr lang="en-GB" sz="800">
                  <a:solidFill>
                    <a:schemeClr val="tx1"/>
                  </a:solidFill>
                </a:rPr>
                <a:t>15.93 cm</a:t>
              </a:r>
            </a:p>
          </p:txBody>
        </p:sp>
        <p:cxnSp>
          <p:nvCxnSpPr>
            <p:cNvPr id="5" name="Straight Connector 4"/>
            <p:cNvCxnSpPr/>
            <p:nvPr userDrawn="1"/>
          </p:nvCxnSpPr>
          <p:spPr>
            <a:xfrm>
              <a:off x="361588"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85" name="TextBox 84"/>
            <p:cNvSpPr txBox="1"/>
            <p:nvPr userDrawn="1"/>
          </p:nvSpPr>
          <p:spPr>
            <a:xfrm>
              <a:off x="-1143000" y="5763299"/>
              <a:ext cx="833960" cy="123111"/>
            </a:xfrm>
            <a:prstGeom prst="rect">
              <a:avLst/>
            </a:prstGeom>
            <a:noFill/>
          </p:spPr>
          <p:txBody>
            <a:bodyPr wrap="square" lIns="0" tIns="0" rIns="0" bIns="0" rtlCol="0">
              <a:spAutoFit/>
            </a:bodyPr>
            <a:lstStyle/>
            <a:p>
              <a:pPr algn="r"/>
              <a:r>
                <a:rPr lang="en-GB" sz="800">
                  <a:solidFill>
                    <a:schemeClr val="tx1"/>
                  </a:solidFill>
                </a:rPr>
                <a:t>Content Bottom</a:t>
              </a:r>
            </a:p>
          </p:txBody>
        </p:sp>
        <p:sp>
          <p:nvSpPr>
            <p:cNvPr id="86" name="TextBox 85"/>
            <p:cNvSpPr txBox="1"/>
            <p:nvPr userDrawn="1"/>
          </p:nvSpPr>
          <p:spPr>
            <a:xfrm>
              <a:off x="-1143000" y="1769267"/>
              <a:ext cx="833960" cy="123111"/>
            </a:xfrm>
            <a:prstGeom prst="rect">
              <a:avLst/>
            </a:prstGeom>
            <a:noFill/>
          </p:spPr>
          <p:txBody>
            <a:bodyPr wrap="square" lIns="0" tIns="0" rIns="0" bIns="0" rtlCol="0">
              <a:spAutoFit/>
            </a:bodyPr>
            <a:lstStyle/>
            <a:p>
              <a:pPr algn="r"/>
              <a:r>
                <a:rPr lang="en-GB" sz="800">
                  <a:solidFill>
                    <a:schemeClr val="tx1"/>
                  </a:solidFill>
                </a:rPr>
                <a:t>Content Top</a:t>
              </a:r>
            </a:p>
          </p:txBody>
        </p:sp>
        <p:sp>
          <p:nvSpPr>
            <p:cNvPr id="88" name="TextBox 87"/>
            <p:cNvSpPr txBox="1"/>
            <p:nvPr userDrawn="1"/>
          </p:nvSpPr>
          <p:spPr>
            <a:xfrm>
              <a:off x="-590537" y="-438330"/>
              <a:ext cx="833960" cy="123111"/>
            </a:xfrm>
            <a:prstGeom prst="rect">
              <a:avLst/>
            </a:prstGeom>
            <a:noFill/>
          </p:spPr>
          <p:txBody>
            <a:bodyPr wrap="square" lIns="0" tIns="0" rIns="0" bIns="0" rtlCol="0">
              <a:spAutoFit/>
            </a:bodyPr>
            <a:lstStyle/>
            <a:p>
              <a:pPr algn="r"/>
              <a:r>
                <a:rPr lang="en-GB" sz="800">
                  <a:solidFill>
                    <a:schemeClr val="tx1"/>
                  </a:solidFill>
                </a:rPr>
                <a:t>Left Margin</a:t>
              </a:r>
            </a:p>
          </p:txBody>
        </p:sp>
        <p:sp>
          <p:nvSpPr>
            <p:cNvPr id="89" name="TextBox 88"/>
            <p:cNvSpPr txBox="1"/>
            <p:nvPr userDrawn="1"/>
          </p:nvSpPr>
          <p:spPr>
            <a:xfrm>
              <a:off x="11898039" y="-438330"/>
              <a:ext cx="639242" cy="123111"/>
            </a:xfrm>
            <a:prstGeom prst="rect">
              <a:avLst/>
            </a:prstGeom>
            <a:noFill/>
          </p:spPr>
          <p:txBody>
            <a:bodyPr wrap="square" lIns="0" tIns="0" rIns="0" bIns="0" rtlCol="0">
              <a:spAutoFit/>
            </a:bodyPr>
            <a:lstStyle/>
            <a:p>
              <a:pPr algn="l"/>
              <a:r>
                <a:rPr lang="en-GB" sz="800">
                  <a:solidFill>
                    <a:schemeClr val="tx1"/>
                  </a:solidFill>
                </a:rPr>
                <a:t>Right Margin</a:t>
              </a:r>
            </a:p>
          </p:txBody>
        </p:sp>
        <p:cxnSp>
          <p:nvCxnSpPr>
            <p:cNvPr id="98" name="Straight Connector 97"/>
            <p:cNvCxnSpPr/>
            <p:nvPr userDrawn="1"/>
          </p:nvCxnSpPr>
          <p:spPr>
            <a:xfrm>
              <a:off x="6096000" y="-363357"/>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99" name="TextBox 98"/>
            <p:cNvSpPr txBox="1"/>
            <p:nvPr userDrawn="1"/>
          </p:nvSpPr>
          <p:spPr>
            <a:xfrm>
              <a:off x="5914719" y="-600255"/>
              <a:ext cx="362256" cy="246221"/>
            </a:xfrm>
            <a:prstGeom prst="rect">
              <a:avLst/>
            </a:prstGeom>
            <a:noFill/>
          </p:spPr>
          <p:txBody>
            <a:bodyPr wrap="square" lIns="0" tIns="0" rIns="0" bIns="0" rtlCol="0">
              <a:spAutoFit/>
            </a:bodyPr>
            <a:lstStyle/>
            <a:p>
              <a:pPr algn="ctr"/>
              <a:r>
                <a:rPr lang="en-GB" sz="800">
                  <a:solidFill>
                    <a:schemeClr val="tx1"/>
                  </a:solidFill>
                </a:rPr>
                <a:t>Middle </a:t>
              </a:r>
              <a:br>
                <a:rPr lang="en-GB" sz="800">
                  <a:solidFill>
                    <a:schemeClr val="tx1"/>
                  </a:solidFill>
                </a:rPr>
              </a:br>
              <a:r>
                <a:rPr lang="en-GB" sz="800">
                  <a:solidFill>
                    <a:schemeClr val="tx1"/>
                  </a:solidFill>
                </a:rPr>
                <a:t>0cm </a:t>
              </a:r>
            </a:p>
          </p:txBody>
        </p:sp>
        <p:sp>
          <p:nvSpPr>
            <p:cNvPr id="101" name="TextBox 100"/>
            <p:cNvSpPr txBox="1"/>
            <p:nvPr userDrawn="1"/>
          </p:nvSpPr>
          <p:spPr>
            <a:xfrm>
              <a:off x="5636264"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4" name="Straight Connector 103"/>
            <p:cNvCxnSpPr/>
            <p:nvPr userDrawn="1"/>
          </p:nvCxnSpPr>
          <p:spPr>
            <a:xfrm>
              <a:off x="6000389"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userDrawn="1"/>
          </p:nvCxnSpPr>
          <p:spPr>
            <a:xfrm>
              <a:off x="6190362"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userDrawn="1"/>
          </p:nvSpPr>
          <p:spPr>
            <a:xfrm>
              <a:off x="6191102"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7" name="Straight Connector 106"/>
            <p:cNvCxnSpPr/>
            <p:nvPr userDrawn="1"/>
          </p:nvCxnSpPr>
          <p:spPr>
            <a:xfrm>
              <a:off x="11836111"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userDrawn="1"/>
          </p:nvCxnSpPr>
          <p:spPr>
            <a:xfrm>
              <a:off x="-256200" y="43082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userDrawn="1"/>
          </p:nvSpPr>
          <p:spPr>
            <a:xfrm>
              <a:off x="-747711" y="404813"/>
              <a:ext cx="438671" cy="123111"/>
            </a:xfrm>
            <a:prstGeom prst="rect">
              <a:avLst/>
            </a:prstGeom>
            <a:noFill/>
          </p:spPr>
          <p:txBody>
            <a:bodyPr wrap="square" lIns="0" tIns="0" rIns="0" bIns="0" rtlCol="0">
              <a:spAutoFit/>
            </a:bodyPr>
            <a:lstStyle/>
            <a:p>
              <a:pPr algn="r"/>
              <a:r>
                <a:rPr lang="en-GB" sz="800">
                  <a:solidFill>
                    <a:schemeClr val="tx1"/>
                  </a:solidFill>
                </a:rPr>
                <a:t>8.33cm</a:t>
              </a:r>
            </a:p>
          </p:txBody>
        </p:sp>
        <p:sp>
          <p:nvSpPr>
            <p:cNvPr id="110" name="TextBox 109"/>
            <p:cNvSpPr txBox="1"/>
            <p:nvPr userDrawn="1"/>
          </p:nvSpPr>
          <p:spPr>
            <a:xfrm>
              <a:off x="-1143000" y="527924"/>
              <a:ext cx="833960" cy="123111"/>
            </a:xfrm>
            <a:prstGeom prst="rect">
              <a:avLst/>
            </a:prstGeom>
            <a:noFill/>
          </p:spPr>
          <p:txBody>
            <a:bodyPr wrap="square" lIns="0" tIns="0" rIns="0" bIns="0" rtlCol="0">
              <a:spAutoFit/>
            </a:bodyPr>
            <a:lstStyle/>
            <a:p>
              <a:pPr algn="r"/>
              <a:r>
                <a:rPr lang="en-GB" sz="800">
                  <a:solidFill>
                    <a:schemeClr val="tx1"/>
                  </a:solidFill>
                </a:rPr>
                <a:t>Title Top</a:t>
              </a:r>
            </a:p>
          </p:txBody>
        </p:sp>
        <p:sp>
          <p:nvSpPr>
            <p:cNvPr id="33" name="TextBox 32">
              <a:extLst>
                <a:ext uri="{FF2B5EF4-FFF2-40B4-BE49-F238E27FC236}">
                  <a16:creationId xmlns:a16="http://schemas.microsoft.com/office/drawing/2014/main" id="{A925CEB6-6DDA-49BF-824C-CFA9D8A07E3F}"/>
                </a:ext>
              </a:extLst>
            </p:cNvPr>
            <p:cNvSpPr txBox="1"/>
            <p:nvPr userDrawn="1"/>
          </p:nvSpPr>
          <p:spPr>
            <a:xfrm>
              <a:off x="-747711" y="6066546"/>
              <a:ext cx="438671" cy="123111"/>
            </a:xfrm>
            <a:prstGeom prst="rect">
              <a:avLst/>
            </a:prstGeom>
            <a:noFill/>
          </p:spPr>
          <p:txBody>
            <a:bodyPr wrap="square" lIns="0" tIns="0" rIns="0" bIns="0" rtlCol="0">
              <a:spAutoFit/>
            </a:bodyPr>
            <a:lstStyle/>
            <a:p>
              <a:pPr algn="r"/>
              <a:r>
                <a:rPr lang="en-GB" sz="800">
                  <a:solidFill>
                    <a:schemeClr val="tx1"/>
                  </a:solidFill>
                </a:rPr>
                <a:t>7.54 cm</a:t>
              </a:r>
            </a:p>
          </p:txBody>
        </p:sp>
        <p:sp>
          <p:nvSpPr>
            <p:cNvPr id="34" name="TextBox 33">
              <a:extLst>
                <a:ext uri="{FF2B5EF4-FFF2-40B4-BE49-F238E27FC236}">
                  <a16:creationId xmlns:a16="http://schemas.microsoft.com/office/drawing/2014/main" id="{E1658A23-15A2-4406-AF7E-89707B5575E7}"/>
                </a:ext>
              </a:extLst>
            </p:cNvPr>
            <p:cNvSpPr txBox="1"/>
            <p:nvPr userDrawn="1"/>
          </p:nvSpPr>
          <p:spPr>
            <a:xfrm>
              <a:off x="-1143000" y="6189657"/>
              <a:ext cx="833960" cy="123111"/>
            </a:xfrm>
            <a:prstGeom prst="rect">
              <a:avLst/>
            </a:prstGeom>
            <a:noFill/>
          </p:spPr>
          <p:txBody>
            <a:bodyPr wrap="square" lIns="0" tIns="0" rIns="0" bIns="0" rtlCol="0">
              <a:spAutoFit/>
            </a:bodyPr>
            <a:lstStyle/>
            <a:p>
              <a:pPr algn="r"/>
              <a:r>
                <a:rPr lang="en-GB" sz="800">
                  <a:solidFill>
                    <a:schemeClr val="tx1"/>
                  </a:solidFill>
                </a:rPr>
                <a:t>Image Bottom</a:t>
              </a:r>
            </a:p>
          </p:txBody>
        </p:sp>
      </p:grpSp>
      <p:sp>
        <p:nvSpPr>
          <p:cNvPr id="36" name="Espaço Reservado para Rodapé 3">
            <a:extLst>
              <a:ext uri="{FF2B5EF4-FFF2-40B4-BE49-F238E27FC236}">
                <a16:creationId xmlns:a16="http://schemas.microsoft.com/office/drawing/2014/main" id="{34108E4B-8615-0845-8021-2134DBCDD2A7}"/>
              </a:ext>
            </a:extLst>
          </p:cNvPr>
          <p:cNvSpPr>
            <a:spLocks noGrp="1"/>
          </p:cNvSpPr>
          <p:nvPr>
            <p:ph type="ftr" sz="quarter" idx="3"/>
          </p:nvPr>
        </p:nvSpPr>
        <p:spPr>
          <a:xfrm>
            <a:off x="4248530" y="6390000"/>
            <a:ext cx="6519069" cy="195223"/>
          </a:xfrm>
          <a:prstGeom prst="rect">
            <a:avLst/>
          </a:prstGeom>
        </p:spPr>
        <p:txBody>
          <a:bodyPr lIns="36000" tIns="0" rIns="36000" bIns="0"/>
          <a:lstStyle>
            <a:lvl1pPr algn="r">
              <a:defRPr sz="900" b="0" i="0">
                <a:latin typeface="Kantar Brown Light" panose="020B0404020101010102" pitchFamily="34" charset="77"/>
                <a:cs typeface="Kantar Brown Light" panose="020B0404020101010102" pitchFamily="34" charset="77"/>
              </a:defRPr>
            </a:lvl1pPr>
          </a:lstStyle>
          <a:p>
            <a:pPr algn="r"/>
            <a:endParaRPr lang="en-GB"/>
          </a:p>
        </p:txBody>
      </p:sp>
    </p:spTree>
    <p:extLst>
      <p:ext uri="{BB962C8B-B14F-4D97-AF65-F5344CB8AC3E}">
        <p14:creationId xmlns:p14="http://schemas.microsoft.com/office/powerpoint/2010/main" val="3264343157"/>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ts val="5000"/>
        </a:lnSpc>
        <a:spcBef>
          <a:spcPts val="0"/>
        </a:spcBef>
        <a:buNone/>
        <a:defRPr sz="5000" b="0" i="0" kern="1200" cap="none" baseline="0">
          <a:solidFill>
            <a:srgbClr val="000000"/>
          </a:solidFill>
          <a:latin typeface="Kantar Brown" panose="020B0504020101010102" pitchFamily="34" charset="77"/>
          <a:ea typeface="+mj-ea"/>
          <a:cs typeface="Kantar Brown" panose="020B0504020101010102" pitchFamily="34" charset="77"/>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500" b="0" i="0" kern="1200">
          <a:solidFill>
            <a:srgbClr val="000000"/>
          </a:solidFill>
          <a:latin typeface="Kantar Brown Light" panose="020B0404020101010102" pitchFamily="34" charset="77"/>
          <a:ea typeface="+mn-ea"/>
          <a:cs typeface="Kantar Brown Light" panose="020B0404020101010102" pitchFamily="34" charset="77"/>
        </a:defRPr>
      </a:lvl1pPr>
      <a:lvl2pPr marL="180975" indent="-180975" algn="l" defTabSz="914400" rtl="0" eaLnBrk="1" latinLnBrk="0" hangingPunct="1">
        <a:lnSpc>
          <a:spcPct val="100000"/>
        </a:lnSpc>
        <a:spcBef>
          <a:spcPts val="600"/>
        </a:spcBef>
        <a:buFont typeface="Wingdings" pitchFamily="2" charset="2"/>
        <a:buChar char="§"/>
        <a:defRPr sz="1500" b="0" i="0" kern="1200">
          <a:solidFill>
            <a:srgbClr val="000000"/>
          </a:solidFill>
          <a:latin typeface="Kantar Brown Light" panose="020B0404020101010102" pitchFamily="34" charset="77"/>
          <a:ea typeface="+mn-ea"/>
          <a:cs typeface="Kantar Brown Light" panose="020B0404020101010102" pitchFamily="34" charset="77"/>
        </a:defRPr>
      </a:lvl2pPr>
      <a:lvl3pPr marL="360000" indent="-180975" algn="l" defTabSz="914400" rtl="0" eaLnBrk="1" latinLnBrk="0" hangingPunct="1">
        <a:lnSpc>
          <a:spcPct val="100000"/>
        </a:lnSpc>
        <a:spcBef>
          <a:spcPts val="600"/>
        </a:spcBef>
        <a:buFont typeface="Wingdings" pitchFamily="2" charset="2"/>
        <a:buChar char="§"/>
        <a:defRPr sz="1500" b="0" i="0" kern="1200">
          <a:solidFill>
            <a:srgbClr val="000000"/>
          </a:solidFill>
          <a:latin typeface="Kantar Brown Light" panose="020B0404020101010102" pitchFamily="34" charset="77"/>
          <a:ea typeface="+mn-ea"/>
          <a:cs typeface="Kantar Brown Light" panose="020B0404020101010102" pitchFamily="34" charset="77"/>
        </a:defRPr>
      </a:lvl3pPr>
      <a:lvl4pPr marL="540000" indent="-180975" algn="l" defTabSz="914400" rtl="0" eaLnBrk="1" latinLnBrk="0" hangingPunct="1">
        <a:lnSpc>
          <a:spcPct val="100000"/>
        </a:lnSpc>
        <a:spcBef>
          <a:spcPts val="600"/>
        </a:spcBef>
        <a:buFont typeface="Wingdings" pitchFamily="2" charset="2"/>
        <a:buChar char="§"/>
        <a:defRPr sz="1500" b="0" i="0" kern="1200">
          <a:solidFill>
            <a:srgbClr val="000000"/>
          </a:solidFill>
          <a:latin typeface="Kantar Brown Light" panose="020B0404020101010102" pitchFamily="34" charset="77"/>
          <a:ea typeface="+mn-ea"/>
          <a:cs typeface="Kantar Brown Light" panose="020B0404020101010102" pitchFamily="34" charset="77"/>
        </a:defRPr>
      </a:lvl4pPr>
      <a:lvl5pPr marL="720000" indent="-180000" algn="l" defTabSz="914400" rtl="0" eaLnBrk="1" latinLnBrk="0" hangingPunct="1">
        <a:lnSpc>
          <a:spcPct val="100000"/>
        </a:lnSpc>
        <a:spcBef>
          <a:spcPts val="600"/>
        </a:spcBef>
        <a:buFont typeface="Wingdings" pitchFamily="2" charset="2"/>
        <a:buChar char="§"/>
        <a:defRPr sz="1500" b="0" i="0" kern="1200">
          <a:solidFill>
            <a:srgbClr val="000000"/>
          </a:solidFill>
          <a:latin typeface="Kantar Brown Light" panose="020B0404020101010102" pitchFamily="34" charset="77"/>
          <a:ea typeface="+mn-ea"/>
          <a:cs typeface="Kantar Brown Light" panose="020B0404020101010102" pitchFamily="34"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14" pos="7453">
          <p15:clr>
            <a:srgbClr val="F26B43"/>
          </p15:clr>
        </p15:guide>
        <p15:guide id="28" orient="horz" pos="1076">
          <p15:clr>
            <a:srgbClr val="F26B43"/>
          </p15:clr>
        </p15:guide>
        <p15:guide id="29" orient="horz" pos="270">
          <p15:clr>
            <a:srgbClr val="F26B43"/>
          </p15:clr>
        </p15:guide>
        <p15:guide id="33" orient="horz" pos="3600">
          <p15:clr>
            <a:srgbClr val="F26B43"/>
          </p15:clr>
        </p15:guide>
        <p15:guide id="35">
          <p15:clr>
            <a:srgbClr val="F26B43"/>
          </p15:clr>
        </p15:guide>
        <p15:guide id="36" pos="3840">
          <p15:clr>
            <a:srgbClr val="F26B43"/>
          </p15:clr>
        </p15:guide>
        <p15:guide id="37" pos="3782">
          <p15:clr>
            <a:srgbClr val="F26B43"/>
          </p15:clr>
        </p15:guide>
        <p15:guide id="38" pos="3900">
          <p15:clr>
            <a:srgbClr val="F26B43"/>
          </p15:clr>
        </p15:guide>
        <p15:guide id="39" orient="horz" pos="3871">
          <p15:clr>
            <a:srgbClr val="F26B43"/>
          </p15:clr>
        </p15:guide>
        <p15:guide id="40" pos="211">
          <p15:clr>
            <a:srgbClr val="F26B43"/>
          </p15:clr>
        </p15:guide>
        <p15:guide id="41" pos="768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DACBAA70-9376-44FE-8885-3432FA44AD99}"/>
              </a:ext>
            </a:extLst>
          </p:cNvPr>
          <p:cNvPicPr>
            <a:picLocks noChangeAspect="1"/>
          </p:cNvPicPr>
          <p:nvPr userDrawn="1"/>
        </p:nvPicPr>
        <p:blipFill>
          <a:blip r:embed="rId25"/>
          <a:stretch>
            <a:fillRect/>
          </a:stretch>
        </p:blipFill>
        <p:spPr>
          <a:xfrm>
            <a:off x="359997" y="6382872"/>
            <a:ext cx="2823089" cy="211918"/>
          </a:xfrm>
          <a:prstGeom prst="rect">
            <a:avLst/>
          </a:prstGeom>
        </p:spPr>
      </p:pic>
      <p:sp>
        <p:nvSpPr>
          <p:cNvPr id="91" name="Title Placeholder 1"/>
          <p:cNvSpPr>
            <a:spLocks noGrp="1"/>
          </p:cNvSpPr>
          <p:nvPr>
            <p:ph type="title"/>
          </p:nvPr>
        </p:nvSpPr>
        <p:spPr>
          <a:xfrm>
            <a:off x="359999" y="430718"/>
            <a:ext cx="11466875" cy="403200"/>
          </a:xfrm>
          <a:prstGeom prst="rect">
            <a:avLst/>
          </a:prstGeom>
        </p:spPr>
        <p:txBody>
          <a:bodyPr vert="horz" lIns="0" tIns="0" rIns="0" bIns="0" rtlCol="0" anchor="t">
            <a:noAutofit/>
          </a:bodyPr>
          <a:lstStyle/>
          <a:p>
            <a:r>
              <a:rPr lang="en-US"/>
              <a:t>Click to add title</a:t>
            </a:r>
            <a:endParaRPr lang="en-GB"/>
          </a:p>
        </p:txBody>
      </p:sp>
      <p:sp>
        <p:nvSpPr>
          <p:cNvPr id="92" name="Text Placeholder 2"/>
          <p:cNvSpPr>
            <a:spLocks noGrp="1"/>
          </p:cNvSpPr>
          <p:nvPr>
            <p:ph type="body" idx="1"/>
          </p:nvPr>
        </p:nvSpPr>
        <p:spPr>
          <a:xfrm>
            <a:off x="359999" y="1710000"/>
            <a:ext cx="11466875" cy="3999600"/>
          </a:xfrm>
          <a:prstGeom prst="rect">
            <a:avLst/>
          </a:prstGeom>
        </p:spPr>
        <p:txBody>
          <a:bodyPr vert="horz" lIns="0" tIns="0" rIns="0" bIns="0" rtlCol="0">
            <a:no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endParaRPr lang="en-GB"/>
          </a:p>
        </p:txBody>
      </p:sp>
      <p:sp>
        <p:nvSpPr>
          <p:cNvPr id="93" name="Slide Number Placeholder 5"/>
          <p:cNvSpPr>
            <a:spLocks noGrp="1"/>
          </p:cNvSpPr>
          <p:nvPr>
            <p:ph type="sldNum" sz="quarter" idx="4"/>
          </p:nvPr>
        </p:nvSpPr>
        <p:spPr>
          <a:xfrm>
            <a:off x="10856913" y="6390000"/>
            <a:ext cx="969962" cy="196850"/>
          </a:xfrm>
          <a:prstGeom prst="rect">
            <a:avLst/>
          </a:prstGeom>
        </p:spPr>
        <p:txBody>
          <a:bodyPr vert="horz" lIns="0" tIns="0" rIns="0" bIns="0" rtlCol="0" anchor="ctr"/>
          <a:lstStyle>
            <a:lvl1pPr algn="r">
              <a:defRPr sz="1000">
                <a:solidFill>
                  <a:schemeClr val="tx1"/>
                </a:solidFill>
              </a:defRPr>
            </a:lvl1pPr>
          </a:lstStyle>
          <a:p>
            <a:fld id="{4034BEE3-566C-4068-A777-C3A4762E861B}" type="slidenum">
              <a:rPr lang="en-GB" smtClean="0"/>
              <a:pPr/>
              <a:t>‹nº›</a:t>
            </a:fld>
            <a:endParaRPr lang="en-GB"/>
          </a:p>
        </p:txBody>
      </p:sp>
      <p:grpSp>
        <p:nvGrpSpPr>
          <p:cNvPr id="2" name="Group 1"/>
          <p:cNvGrpSpPr/>
          <p:nvPr userDrawn="1"/>
        </p:nvGrpSpPr>
        <p:grpSpPr>
          <a:xfrm>
            <a:off x="-1143000" y="-600255"/>
            <a:ext cx="13680281" cy="6913023"/>
            <a:chOff x="-1143000" y="-600255"/>
            <a:chExt cx="13680281" cy="6913023"/>
          </a:xfrm>
        </p:grpSpPr>
        <p:cxnSp>
          <p:nvCxnSpPr>
            <p:cNvPr id="14" name="Straight Connector 13"/>
            <p:cNvCxnSpPr/>
            <p:nvPr userDrawn="1"/>
          </p:nvCxnSpPr>
          <p:spPr>
            <a:xfrm>
              <a:off x="-256200" y="1710267"/>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256200" y="614382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256200" y="342635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userDrawn="1"/>
          </p:nvCxnSpPr>
          <p:spPr>
            <a:xfrm>
              <a:off x="-256200" y="5714470"/>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51" name="TextBox 50"/>
            <p:cNvSpPr txBox="1"/>
            <p:nvPr userDrawn="1"/>
          </p:nvSpPr>
          <p:spPr>
            <a:xfrm>
              <a:off x="-747711" y="1646156"/>
              <a:ext cx="438671" cy="123111"/>
            </a:xfrm>
            <a:prstGeom prst="rect">
              <a:avLst/>
            </a:prstGeom>
            <a:noFill/>
          </p:spPr>
          <p:txBody>
            <a:bodyPr wrap="square" lIns="0" tIns="0" rIns="0" bIns="0" rtlCol="0">
              <a:spAutoFit/>
            </a:bodyPr>
            <a:lstStyle/>
            <a:p>
              <a:pPr algn="r"/>
              <a:r>
                <a:rPr lang="en-GB" sz="800">
                  <a:solidFill>
                    <a:schemeClr val="tx1"/>
                  </a:solidFill>
                </a:rPr>
                <a:t>4.78cm</a:t>
              </a:r>
            </a:p>
          </p:txBody>
        </p:sp>
        <p:sp>
          <p:nvSpPr>
            <p:cNvPr id="54" name="TextBox 53"/>
            <p:cNvSpPr txBox="1"/>
            <p:nvPr userDrawn="1"/>
          </p:nvSpPr>
          <p:spPr>
            <a:xfrm>
              <a:off x="-747711" y="3357884"/>
              <a:ext cx="438671" cy="123111"/>
            </a:xfrm>
            <a:prstGeom prst="rect">
              <a:avLst/>
            </a:prstGeom>
            <a:noFill/>
          </p:spPr>
          <p:txBody>
            <a:bodyPr wrap="square" lIns="0" tIns="0" rIns="0" bIns="0" rtlCol="0">
              <a:spAutoFit/>
            </a:bodyPr>
            <a:lstStyle/>
            <a:p>
              <a:pPr algn="r"/>
              <a:r>
                <a:rPr lang="en-GB" sz="800">
                  <a:solidFill>
                    <a:schemeClr val="tx1"/>
                  </a:solidFill>
                </a:rPr>
                <a:t>0 cm</a:t>
              </a:r>
            </a:p>
          </p:txBody>
        </p:sp>
        <p:sp>
          <p:nvSpPr>
            <p:cNvPr id="58" name="TextBox 57"/>
            <p:cNvSpPr txBox="1"/>
            <p:nvPr userDrawn="1"/>
          </p:nvSpPr>
          <p:spPr>
            <a:xfrm>
              <a:off x="-747711" y="5640188"/>
              <a:ext cx="438671" cy="123111"/>
            </a:xfrm>
            <a:prstGeom prst="rect">
              <a:avLst/>
            </a:prstGeom>
            <a:noFill/>
          </p:spPr>
          <p:txBody>
            <a:bodyPr wrap="square" lIns="0" tIns="0" rIns="0" bIns="0" rtlCol="0">
              <a:spAutoFit/>
            </a:bodyPr>
            <a:lstStyle/>
            <a:p>
              <a:pPr algn="r"/>
              <a:r>
                <a:rPr lang="en-GB" sz="800">
                  <a:solidFill>
                    <a:schemeClr val="tx1"/>
                  </a:solidFill>
                </a:rPr>
                <a:t>6.35 cm</a:t>
              </a:r>
            </a:p>
          </p:txBody>
        </p:sp>
        <p:sp>
          <p:nvSpPr>
            <p:cNvPr id="60" name="TextBox 59"/>
            <p:cNvSpPr txBox="1"/>
            <p:nvPr userDrawn="1"/>
          </p:nvSpPr>
          <p:spPr>
            <a:xfrm>
              <a:off x="304800" y="-437436"/>
              <a:ext cx="438671" cy="123111"/>
            </a:xfrm>
            <a:prstGeom prst="rect">
              <a:avLst/>
            </a:prstGeom>
            <a:noFill/>
          </p:spPr>
          <p:txBody>
            <a:bodyPr wrap="square" lIns="0" tIns="0" rIns="0" bIns="0" rtlCol="0">
              <a:spAutoFit/>
            </a:bodyPr>
            <a:lstStyle/>
            <a:p>
              <a:pPr algn="l"/>
              <a:r>
                <a:rPr lang="en-GB" sz="800">
                  <a:solidFill>
                    <a:schemeClr val="tx1"/>
                  </a:solidFill>
                </a:rPr>
                <a:t>15.93cm</a:t>
              </a:r>
            </a:p>
          </p:txBody>
        </p:sp>
        <p:sp>
          <p:nvSpPr>
            <p:cNvPr id="72" name="TextBox 71"/>
            <p:cNvSpPr txBox="1"/>
            <p:nvPr userDrawn="1"/>
          </p:nvSpPr>
          <p:spPr>
            <a:xfrm>
              <a:off x="11426031" y="-437436"/>
              <a:ext cx="438671" cy="123111"/>
            </a:xfrm>
            <a:prstGeom prst="rect">
              <a:avLst/>
            </a:prstGeom>
            <a:noFill/>
          </p:spPr>
          <p:txBody>
            <a:bodyPr wrap="square" lIns="0" tIns="0" rIns="0" bIns="0" rtlCol="0">
              <a:spAutoFit/>
            </a:bodyPr>
            <a:lstStyle/>
            <a:p>
              <a:pPr algn="r"/>
              <a:r>
                <a:rPr lang="en-GB" sz="800">
                  <a:solidFill>
                    <a:schemeClr val="tx1"/>
                  </a:solidFill>
                </a:rPr>
                <a:t>15.93 cm</a:t>
              </a:r>
            </a:p>
          </p:txBody>
        </p:sp>
        <p:cxnSp>
          <p:nvCxnSpPr>
            <p:cNvPr id="5" name="Straight Connector 4"/>
            <p:cNvCxnSpPr/>
            <p:nvPr userDrawn="1"/>
          </p:nvCxnSpPr>
          <p:spPr>
            <a:xfrm>
              <a:off x="361588"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85" name="TextBox 84"/>
            <p:cNvSpPr txBox="1"/>
            <p:nvPr userDrawn="1"/>
          </p:nvSpPr>
          <p:spPr>
            <a:xfrm>
              <a:off x="-1143000" y="5763299"/>
              <a:ext cx="833960" cy="123111"/>
            </a:xfrm>
            <a:prstGeom prst="rect">
              <a:avLst/>
            </a:prstGeom>
            <a:noFill/>
          </p:spPr>
          <p:txBody>
            <a:bodyPr wrap="square" lIns="0" tIns="0" rIns="0" bIns="0" rtlCol="0">
              <a:spAutoFit/>
            </a:bodyPr>
            <a:lstStyle/>
            <a:p>
              <a:pPr algn="r"/>
              <a:r>
                <a:rPr lang="en-GB" sz="800">
                  <a:solidFill>
                    <a:schemeClr val="tx1"/>
                  </a:solidFill>
                </a:rPr>
                <a:t>Content Bottom</a:t>
              </a:r>
            </a:p>
          </p:txBody>
        </p:sp>
        <p:sp>
          <p:nvSpPr>
            <p:cNvPr id="86" name="TextBox 85"/>
            <p:cNvSpPr txBox="1"/>
            <p:nvPr userDrawn="1"/>
          </p:nvSpPr>
          <p:spPr>
            <a:xfrm>
              <a:off x="-1143000" y="1769267"/>
              <a:ext cx="833960" cy="123111"/>
            </a:xfrm>
            <a:prstGeom prst="rect">
              <a:avLst/>
            </a:prstGeom>
            <a:noFill/>
          </p:spPr>
          <p:txBody>
            <a:bodyPr wrap="square" lIns="0" tIns="0" rIns="0" bIns="0" rtlCol="0">
              <a:spAutoFit/>
            </a:bodyPr>
            <a:lstStyle/>
            <a:p>
              <a:pPr algn="r"/>
              <a:r>
                <a:rPr lang="en-GB" sz="800">
                  <a:solidFill>
                    <a:schemeClr val="tx1"/>
                  </a:solidFill>
                </a:rPr>
                <a:t>Content Top</a:t>
              </a:r>
            </a:p>
          </p:txBody>
        </p:sp>
        <p:sp>
          <p:nvSpPr>
            <p:cNvPr id="88" name="TextBox 87"/>
            <p:cNvSpPr txBox="1"/>
            <p:nvPr userDrawn="1"/>
          </p:nvSpPr>
          <p:spPr>
            <a:xfrm>
              <a:off x="-590537" y="-438330"/>
              <a:ext cx="833960" cy="123111"/>
            </a:xfrm>
            <a:prstGeom prst="rect">
              <a:avLst/>
            </a:prstGeom>
            <a:noFill/>
          </p:spPr>
          <p:txBody>
            <a:bodyPr wrap="square" lIns="0" tIns="0" rIns="0" bIns="0" rtlCol="0">
              <a:spAutoFit/>
            </a:bodyPr>
            <a:lstStyle/>
            <a:p>
              <a:pPr algn="r"/>
              <a:r>
                <a:rPr lang="en-GB" sz="800">
                  <a:solidFill>
                    <a:schemeClr val="tx1"/>
                  </a:solidFill>
                </a:rPr>
                <a:t>Left Margin</a:t>
              </a:r>
            </a:p>
          </p:txBody>
        </p:sp>
        <p:sp>
          <p:nvSpPr>
            <p:cNvPr id="89" name="TextBox 88"/>
            <p:cNvSpPr txBox="1"/>
            <p:nvPr userDrawn="1"/>
          </p:nvSpPr>
          <p:spPr>
            <a:xfrm>
              <a:off x="11898039" y="-438330"/>
              <a:ext cx="639242" cy="123111"/>
            </a:xfrm>
            <a:prstGeom prst="rect">
              <a:avLst/>
            </a:prstGeom>
            <a:noFill/>
          </p:spPr>
          <p:txBody>
            <a:bodyPr wrap="square" lIns="0" tIns="0" rIns="0" bIns="0" rtlCol="0">
              <a:spAutoFit/>
            </a:bodyPr>
            <a:lstStyle/>
            <a:p>
              <a:pPr algn="l"/>
              <a:r>
                <a:rPr lang="en-GB" sz="800">
                  <a:solidFill>
                    <a:schemeClr val="tx1"/>
                  </a:solidFill>
                </a:rPr>
                <a:t>Right Margin</a:t>
              </a:r>
            </a:p>
          </p:txBody>
        </p:sp>
        <p:cxnSp>
          <p:nvCxnSpPr>
            <p:cNvPr id="98" name="Straight Connector 97"/>
            <p:cNvCxnSpPr/>
            <p:nvPr userDrawn="1"/>
          </p:nvCxnSpPr>
          <p:spPr>
            <a:xfrm>
              <a:off x="6096000" y="-363357"/>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99" name="TextBox 98"/>
            <p:cNvSpPr txBox="1"/>
            <p:nvPr userDrawn="1"/>
          </p:nvSpPr>
          <p:spPr>
            <a:xfrm>
              <a:off x="5914719" y="-600255"/>
              <a:ext cx="362256" cy="246221"/>
            </a:xfrm>
            <a:prstGeom prst="rect">
              <a:avLst/>
            </a:prstGeom>
            <a:noFill/>
          </p:spPr>
          <p:txBody>
            <a:bodyPr wrap="square" lIns="0" tIns="0" rIns="0" bIns="0" rtlCol="0">
              <a:spAutoFit/>
            </a:bodyPr>
            <a:lstStyle/>
            <a:p>
              <a:pPr algn="ctr"/>
              <a:r>
                <a:rPr lang="en-GB" sz="800">
                  <a:solidFill>
                    <a:schemeClr val="tx1"/>
                  </a:solidFill>
                </a:rPr>
                <a:t>Middle </a:t>
              </a:r>
              <a:br>
                <a:rPr lang="en-GB" sz="800">
                  <a:solidFill>
                    <a:schemeClr val="tx1"/>
                  </a:solidFill>
                </a:rPr>
              </a:br>
              <a:r>
                <a:rPr lang="en-GB" sz="800">
                  <a:solidFill>
                    <a:schemeClr val="tx1"/>
                  </a:solidFill>
                </a:rPr>
                <a:t>0cm </a:t>
              </a:r>
            </a:p>
          </p:txBody>
        </p:sp>
        <p:sp>
          <p:nvSpPr>
            <p:cNvPr id="101" name="TextBox 100"/>
            <p:cNvSpPr txBox="1"/>
            <p:nvPr userDrawn="1"/>
          </p:nvSpPr>
          <p:spPr>
            <a:xfrm>
              <a:off x="5636264"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4" name="Straight Connector 103"/>
            <p:cNvCxnSpPr/>
            <p:nvPr userDrawn="1"/>
          </p:nvCxnSpPr>
          <p:spPr>
            <a:xfrm>
              <a:off x="6000389"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userDrawn="1"/>
          </p:nvCxnSpPr>
          <p:spPr>
            <a:xfrm>
              <a:off x="6190362"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sp>
          <p:nvSpPr>
            <p:cNvPr id="106" name="TextBox 105"/>
            <p:cNvSpPr txBox="1"/>
            <p:nvPr userDrawn="1"/>
          </p:nvSpPr>
          <p:spPr>
            <a:xfrm>
              <a:off x="6191102" y="-208836"/>
              <a:ext cx="362256" cy="123111"/>
            </a:xfrm>
            <a:prstGeom prst="rect">
              <a:avLst/>
            </a:prstGeom>
            <a:noFill/>
          </p:spPr>
          <p:txBody>
            <a:bodyPr wrap="square" lIns="0" tIns="0" rIns="0" bIns="0" rtlCol="0">
              <a:spAutoFit/>
            </a:bodyPr>
            <a:lstStyle/>
            <a:p>
              <a:pPr algn="ctr"/>
              <a:r>
                <a:rPr lang="en-GB" sz="800">
                  <a:solidFill>
                    <a:schemeClr val="tx1"/>
                  </a:solidFill>
                </a:rPr>
                <a:t>0.26cm</a:t>
              </a:r>
            </a:p>
          </p:txBody>
        </p:sp>
        <p:cxnSp>
          <p:nvCxnSpPr>
            <p:cNvPr id="107" name="Straight Connector 106"/>
            <p:cNvCxnSpPr/>
            <p:nvPr userDrawn="1"/>
          </p:nvCxnSpPr>
          <p:spPr>
            <a:xfrm>
              <a:off x="11836111" y="-265725"/>
              <a:ext cx="0" cy="180000"/>
            </a:xfrm>
            <a:prstGeom prst="line">
              <a:avLst/>
            </a:prstGeom>
            <a:ln w="6350">
              <a:gradFill>
                <a:gsLst>
                  <a:gs pos="0">
                    <a:srgbClr val="F2DA64"/>
                  </a:gs>
                  <a:gs pos="18000">
                    <a:srgbClr val="A27700"/>
                  </a:gs>
                  <a:gs pos="71000">
                    <a:srgbClr val="D7B446"/>
                  </a:gs>
                  <a:gs pos="51000">
                    <a:srgbClr val="F2DA64"/>
                  </a:gs>
                  <a:gs pos="100000">
                    <a:srgbClr val="987000"/>
                  </a:gs>
                </a:gsLst>
                <a:lin ang="5400000" scaled="0"/>
              </a:gra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userDrawn="1"/>
          </p:nvCxnSpPr>
          <p:spPr>
            <a:xfrm>
              <a:off x="-256200" y="430824"/>
              <a:ext cx="180000" cy="0"/>
            </a:xfrm>
            <a:prstGeom prst="line">
              <a:avLst/>
            </a:prstGeom>
            <a:ln w="6350">
              <a:gradFill>
                <a:gsLst>
                  <a:gs pos="0">
                    <a:srgbClr val="F2DA64"/>
                  </a:gs>
                  <a:gs pos="18000">
                    <a:srgbClr val="A27700"/>
                  </a:gs>
                  <a:gs pos="71000">
                    <a:srgbClr val="D7B446"/>
                  </a:gs>
                  <a:gs pos="51000">
                    <a:srgbClr val="F2DA64"/>
                  </a:gs>
                  <a:gs pos="100000">
                    <a:srgbClr val="987000"/>
                  </a:gs>
                </a:gsLst>
                <a:lin ang="0" scaled="0"/>
              </a:gradFill>
            </a:ln>
          </p:spPr>
          <p:style>
            <a:lnRef idx="1">
              <a:schemeClr val="accent1"/>
            </a:lnRef>
            <a:fillRef idx="0">
              <a:schemeClr val="accent1"/>
            </a:fillRef>
            <a:effectRef idx="0">
              <a:schemeClr val="accent1"/>
            </a:effectRef>
            <a:fontRef idx="minor">
              <a:schemeClr val="tx1"/>
            </a:fontRef>
          </p:style>
        </p:cxnSp>
        <p:sp>
          <p:nvSpPr>
            <p:cNvPr id="109" name="TextBox 108"/>
            <p:cNvSpPr txBox="1"/>
            <p:nvPr userDrawn="1"/>
          </p:nvSpPr>
          <p:spPr>
            <a:xfrm>
              <a:off x="-747711" y="404813"/>
              <a:ext cx="438671" cy="123111"/>
            </a:xfrm>
            <a:prstGeom prst="rect">
              <a:avLst/>
            </a:prstGeom>
            <a:noFill/>
          </p:spPr>
          <p:txBody>
            <a:bodyPr wrap="square" lIns="0" tIns="0" rIns="0" bIns="0" rtlCol="0">
              <a:spAutoFit/>
            </a:bodyPr>
            <a:lstStyle/>
            <a:p>
              <a:pPr algn="r"/>
              <a:r>
                <a:rPr lang="en-GB" sz="800">
                  <a:solidFill>
                    <a:schemeClr val="tx1"/>
                  </a:solidFill>
                </a:rPr>
                <a:t>8.33cm</a:t>
              </a:r>
            </a:p>
          </p:txBody>
        </p:sp>
        <p:sp>
          <p:nvSpPr>
            <p:cNvPr id="110" name="TextBox 109"/>
            <p:cNvSpPr txBox="1"/>
            <p:nvPr userDrawn="1"/>
          </p:nvSpPr>
          <p:spPr>
            <a:xfrm>
              <a:off x="-1143000" y="527924"/>
              <a:ext cx="833960" cy="123111"/>
            </a:xfrm>
            <a:prstGeom prst="rect">
              <a:avLst/>
            </a:prstGeom>
            <a:noFill/>
          </p:spPr>
          <p:txBody>
            <a:bodyPr wrap="square" lIns="0" tIns="0" rIns="0" bIns="0" rtlCol="0">
              <a:spAutoFit/>
            </a:bodyPr>
            <a:lstStyle/>
            <a:p>
              <a:pPr algn="r"/>
              <a:r>
                <a:rPr lang="en-GB" sz="800">
                  <a:solidFill>
                    <a:schemeClr val="tx1"/>
                  </a:solidFill>
                </a:rPr>
                <a:t>Title Top</a:t>
              </a:r>
            </a:p>
          </p:txBody>
        </p:sp>
        <p:sp>
          <p:nvSpPr>
            <p:cNvPr id="33" name="TextBox 32">
              <a:extLst>
                <a:ext uri="{FF2B5EF4-FFF2-40B4-BE49-F238E27FC236}">
                  <a16:creationId xmlns:a16="http://schemas.microsoft.com/office/drawing/2014/main" id="{A925CEB6-6DDA-49BF-824C-CFA9D8A07E3F}"/>
                </a:ext>
              </a:extLst>
            </p:cNvPr>
            <p:cNvSpPr txBox="1"/>
            <p:nvPr userDrawn="1"/>
          </p:nvSpPr>
          <p:spPr>
            <a:xfrm>
              <a:off x="-747711" y="6066546"/>
              <a:ext cx="438671" cy="123111"/>
            </a:xfrm>
            <a:prstGeom prst="rect">
              <a:avLst/>
            </a:prstGeom>
            <a:noFill/>
          </p:spPr>
          <p:txBody>
            <a:bodyPr wrap="square" lIns="0" tIns="0" rIns="0" bIns="0" rtlCol="0">
              <a:spAutoFit/>
            </a:bodyPr>
            <a:lstStyle/>
            <a:p>
              <a:pPr algn="r"/>
              <a:r>
                <a:rPr lang="en-GB" sz="800">
                  <a:solidFill>
                    <a:schemeClr val="tx1"/>
                  </a:solidFill>
                </a:rPr>
                <a:t>7.54 cm</a:t>
              </a:r>
            </a:p>
          </p:txBody>
        </p:sp>
        <p:sp>
          <p:nvSpPr>
            <p:cNvPr id="34" name="TextBox 33">
              <a:extLst>
                <a:ext uri="{FF2B5EF4-FFF2-40B4-BE49-F238E27FC236}">
                  <a16:creationId xmlns:a16="http://schemas.microsoft.com/office/drawing/2014/main" id="{E1658A23-15A2-4406-AF7E-89707B5575E7}"/>
                </a:ext>
              </a:extLst>
            </p:cNvPr>
            <p:cNvSpPr txBox="1"/>
            <p:nvPr userDrawn="1"/>
          </p:nvSpPr>
          <p:spPr>
            <a:xfrm>
              <a:off x="-1143000" y="6189657"/>
              <a:ext cx="833960" cy="123111"/>
            </a:xfrm>
            <a:prstGeom prst="rect">
              <a:avLst/>
            </a:prstGeom>
            <a:noFill/>
          </p:spPr>
          <p:txBody>
            <a:bodyPr wrap="square" lIns="0" tIns="0" rIns="0" bIns="0" rtlCol="0">
              <a:spAutoFit/>
            </a:bodyPr>
            <a:lstStyle/>
            <a:p>
              <a:pPr algn="r"/>
              <a:r>
                <a:rPr lang="en-GB" sz="800">
                  <a:solidFill>
                    <a:schemeClr val="tx1"/>
                  </a:solidFill>
                </a:rPr>
                <a:t>Image Bottom</a:t>
              </a:r>
            </a:p>
          </p:txBody>
        </p:sp>
      </p:grpSp>
      <p:sp>
        <p:nvSpPr>
          <p:cNvPr id="3" name="Footer Placeholder 2">
            <a:extLst>
              <a:ext uri="{FF2B5EF4-FFF2-40B4-BE49-F238E27FC236}">
                <a16:creationId xmlns:a16="http://schemas.microsoft.com/office/drawing/2014/main" id="{1115639F-9E76-41B0-BB57-8F8A1F600167}"/>
              </a:ext>
            </a:extLst>
          </p:cNvPr>
          <p:cNvSpPr>
            <a:spLocks noGrp="1"/>
          </p:cNvSpPr>
          <p:nvPr>
            <p:ph type="ftr" sz="quarter" idx="3"/>
          </p:nvPr>
        </p:nvSpPr>
        <p:spPr>
          <a:xfrm>
            <a:off x="4248530" y="6390000"/>
            <a:ext cx="6519069" cy="195223"/>
          </a:xfrm>
          <a:prstGeom prst="rect">
            <a:avLst/>
          </a:prstGeom>
        </p:spPr>
        <p:txBody>
          <a:bodyPr vert="horz" lIns="0" tIns="0" rIns="0" bIns="0" rtlCol="0" anchor="ctr"/>
          <a:lstStyle>
            <a:lvl1pPr algn="l">
              <a:defRPr sz="800">
                <a:solidFill>
                  <a:schemeClr val="tx1"/>
                </a:solidFill>
              </a:defRPr>
            </a:lvl1pPr>
          </a:lstStyle>
          <a:p>
            <a:endParaRPr lang="en-GB"/>
          </a:p>
        </p:txBody>
      </p:sp>
      <p:cxnSp>
        <p:nvCxnSpPr>
          <p:cNvPr id="6" name="Straight Connector 5">
            <a:extLst>
              <a:ext uri="{FF2B5EF4-FFF2-40B4-BE49-F238E27FC236}">
                <a16:creationId xmlns:a16="http://schemas.microsoft.com/office/drawing/2014/main" id="{6805F70E-6BF1-451B-AC5F-64819FD40883}"/>
              </a:ext>
            </a:extLst>
          </p:cNvPr>
          <p:cNvCxnSpPr>
            <a:cxnSpLocks/>
          </p:cNvCxnSpPr>
          <p:nvPr userDrawn="1">
            <p:custDataLst>
              <p:tags r:id="rId24"/>
            </p:custDataLst>
          </p:nvPr>
        </p:nvCxnSpPr>
        <p:spPr>
          <a:xfrm>
            <a:off x="360000" y="6120000"/>
            <a:ext cx="11474161" cy="0"/>
          </a:xfrm>
          <a:prstGeom prst="line">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341856"/>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 id="2147483892" r:id="rId17"/>
    <p:sldLayoutId id="2147483893" r:id="rId18"/>
    <p:sldLayoutId id="2147483894" r:id="rId19"/>
    <p:sldLayoutId id="2147483895" r:id="rId20"/>
    <p:sldLayoutId id="2147483896" r:id="rId21"/>
    <p:sldLayoutId id="2147483897" r:id="rId2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100000"/>
        </a:lnSpc>
        <a:spcBef>
          <a:spcPts val="60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2160">
          <p15:clr>
            <a:srgbClr val="F26B43"/>
          </p15:clr>
        </p15:guide>
        <p15:guide id="14" pos="7453">
          <p15:clr>
            <a:srgbClr val="F26B43"/>
          </p15:clr>
        </p15:guide>
        <p15:guide id="28" orient="horz" pos="1076">
          <p15:clr>
            <a:srgbClr val="F26B43"/>
          </p15:clr>
        </p15:guide>
        <p15:guide id="29" orient="horz" pos="270">
          <p15:clr>
            <a:srgbClr val="F26B43"/>
          </p15:clr>
        </p15:guide>
        <p15:guide id="33" orient="horz" pos="3600">
          <p15:clr>
            <a:srgbClr val="F26B43"/>
          </p15:clr>
        </p15:guide>
        <p15:guide id="35" pos="228">
          <p15:clr>
            <a:srgbClr val="F26B43"/>
          </p15:clr>
        </p15:guide>
        <p15:guide id="36" pos="3840">
          <p15:clr>
            <a:srgbClr val="F26B43"/>
          </p15:clr>
        </p15:guide>
        <p15:guide id="37" pos="3782">
          <p15:clr>
            <a:srgbClr val="F26B43"/>
          </p15:clr>
        </p15:guide>
        <p15:guide id="38" pos="3900">
          <p15:clr>
            <a:srgbClr val="F26B43"/>
          </p15:clr>
        </p15:guide>
        <p15:guide id="39" orient="horz" pos="387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B7683E-2AD4-DF0E-64B3-C1B711C179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9875"/>
            <a:ext cx="12192000" cy="65881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01470F1-0092-4965-9870-2B76E666CB0F}"/>
              </a:ext>
            </a:extLst>
          </p:cNvPr>
          <p:cNvSpPr/>
          <p:nvPr>
            <p:custDataLst>
              <p:tags r:id="rId1"/>
            </p:custDataLst>
          </p:nvPr>
        </p:nvSpPr>
        <p:spPr>
          <a:xfrm>
            <a:off x="-10633" y="-85061"/>
            <a:ext cx="6096000" cy="6858000"/>
          </a:xfrm>
          <a:prstGeom prst="rect">
            <a:avLst/>
          </a:prstGeom>
          <a:gradFill flip="none" rotWithShape="1">
            <a:gsLst>
              <a:gs pos="0">
                <a:srgbClr val="000000">
                  <a:alpha val="30000"/>
                </a:srgbClr>
              </a:gs>
              <a:gs pos="100000">
                <a:srgbClr val="000000">
                  <a:alpha val="0"/>
                </a:srgbClr>
              </a:gs>
            </a:gsLst>
            <a:lin ang="0" scaled="1"/>
            <a:tileRect/>
          </a:gradFill>
        </p:spPr>
        <p:txBody>
          <a:bodyPr rtlCol="0" anchor="ctr"/>
          <a:lstStyle/>
          <a:p>
            <a:pPr algn="ctr"/>
            <a:endParaRPr lang="fr-FR"/>
          </a:p>
        </p:txBody>
      </p:sp>
      <p:sp>
        <p:nvSpPr>
          <p:cNvPr id="3" name="Title 2">
            <a:extLst>
              <a:ext uri="{FF2B5EF4-FFF2-40B4-BE49-F238E27FC236}">
                <a16:creationId xmlns:a16="http://schemas.microsoft.com/office/drawing/2014/main" id="{D9977715-B9B2-4E67-AF45-3C05410A696E}"/>
              </a:ext>
            </a:extLst>
          </p:cNvPr>
          <p:cNvSpPr>
            <a:spLocks noGrp="1"/>
          </p:cNvSpPr>
          <p:nvPr>
            <p:ph type="ctrTitle"/>
          </p:nvPr>
        </p:nvSpPr>
        <p:spPr>
          <a:xfrm>
            <a:off x="258399" y="271200"/>
            <a:ext cx="7637826" cy="929920"/>
          </a:xfrm>
        </p:spPr>
        <p:txBody>
          <a:bodyPr/>
          <a:lstStyle/>
          <a:p>
            <a:r>
              <a:rPr lang="en-GB" dirty="0"/>
              <a:t>KANTAR IBOPE MEDIA </a:t>
            </a:r>
            <a:br>
              <a:rPr lang="en-GB" dirty="0"/>
            </a:br>
            <a:r>
              <a:rPr lang="en-GB" dirty="0"/>
              <a:t>Mentions On-Demand – Product Suggestion</a:t>
            </a:r>
            <a:br>
              <a:rPr lang="en-GB" dirty="0"/>
            </a:br>
            <a:br>
              <a:rPr lang="en-GB" dirty="0"/>
            </a:br>
            <a:r>
              <a:rPr lang="en-GB" dirty="0"/>
              <a:t>Dec</a:t>
            </a:r>
            <a:r>
              <a:rPr lang="en-GB" sz="2400" dirty="0"/>
              <a:t> 2025</a:t>
            </a:r>
            <a:br>
              <a:rPr lang="en-GB" sz="2400" dirty="0"/>
            </a:br>
            <a:r>
              <a:rPr lang="en-GB" sz="1600" dirty="0">
                <a:solidFill>
                  <a:schemeClr val="accent4"/>
                </a:solidFill>
              </a:rPr>
              <a:t>Eduardo M. Hermes da Fonseca - OSS</a:t>
            </a:r>
            <a:r>
              <a:rPr lang="en-GB" dirty="0"/>
              <a:t> </a:t>
            </a:r>
          </a:p>
        </p:txBody>
      </p:sp>
    </p:spTree>
    <p:extLst>
      <p:ext uri="{BB962C8B-B14F-4D97-AF65-F5344CB8AC3E}">
        <p14:creationId xmlns:p14="http://schemas.microsoft.com/office/powerpoint/2010/main" val="116873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E34B0-D09C-EBC0-D108-3C5E5854C8FA}"/>
            </a:ext>
          </a:extLst>
        </p:cNvPr>
        <p:cNvGrpSpPr/>
        <p:nvPr/>
      </p:nvGrpSpPr>
      <p:grpSpPr>
        <a:xfrm>
          <a:off x="0" y="0"/>
          <a:ext cx="0" cy="0"/>
          <a:chOff x="0" y="0"/>
          <a:chExt cx="0" cy="0"/>
        </a:xfrm>
      </p:grpSpPr>
      <p:pic>
        <p:nvPicPr>
          <p:cNvPr id="3" name="Picture 4">
            <a:extLst>
              <a:ext uri="{FF2B5EF4-FFF2-40B4-BE49-F238E27FC236}">
                <a16:creationId xmlns:a16="http://schemas.microsoft.com/office/drawing/2014/main" id="{62ADA57E-643F-89A7-8984-3176E43352A5}"/>
              </a:ext>
            </a:extLst>
          </p:cNvPr>
          <p:cNvPicPr>
            <a:picLocks noChangeAspect="1"/>
          </p:cNvPicPr>
          <p:nvPr/>
        </p:nvPicPr>
        <p:blipFill>
          <a:blip r:embed="rId2"/>
          <a:stretch>
            <a:fillRect/>
          </a:stretch>
        </p:blipFill>
        <p:spPr>
          <a:xfrm>
            <a:off x="1" y="-15515"/>
            <a:ext cx="12191999" cy="6873515"/>
          </a:xfrm>
          <a:prstGeom prst="rect">
            <a:avLst/>
          </a:prstGeom>
        </p:spPr>
      </p:pic>
      <p:sp>
        <p:nvSpPr>
          <p:cNvPr id="8" name="Espaço Reservado para Texto 4">
            <a:extLst>
              <a:ext uri="{FF2B5EF4-FFF2-40B4-BE49-F238E27FC236}">
                <a16:creationId xmlns:a16="http://schemas.microsoft.com/office/drawing/2014/main" id="{6EE25F3D-30C7-6D3B-DD08-7F5F867DFF20}"/>
              </a:ext>
            </a:extLst>
          </p:cNvPr>
          <p:cNvSpPr txBox="1">
            <a:spLocks/>
          </p:cNvSpPr>
          <p:nvPr/>
        </p:nvSpPr>
        <p:spPr>
          <a:xfrm>
            <a:off x="1054682" y="822599"/>
            <a:ext cx="5426287"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solidFill>
                  <a:schemeClr val="bg1"/>
                </a:solidFill>
              </a:rPr>
              <a:t>TV Monitoring </a:t>
            </a:r>
          </a:p>
          <a:p>
            <a:r>
              <a:rPr lang="en-US" sz="2400" b="1" dirty="0">
                <a:solidFill>
                  <a:schemeClr val="bg1"/>
                </a:solidFill>
              </a:rPr>
              <a:t>On-Demand Monitoring</a:t>
            </a:r>
          </a:p>
          <a:p>
            <a:r>
              <a:rPr lang="en-US" sz="2400" b="1" dirty="0">
                <a:solidFill>
                  <a:schemeClr val="bg1"/>
                </a:solidFill>
              </a:rPr>
              <a:t>Kantar </a:t>
            </a:r>
            <a:r>
              <a:rPr lang="en-US" sz="2400" b="1" dirty="0" err="1">
                <a:solidFill>
                  <a:schemeClr val="bg1"/>
                </a:solidFill>
              </a:rPr>
              <a:t>Ibope</a:t>
            </a:r>
            <a:r>
              <a:rPr lang="en-US" sz="2400" b="1" dirty="0">
                <a:solidFill>
                  <a:schemeClr val="bg1"/>
                </a:solidFill>
              </a:rPr>
              <a:t> Media </a:t>
            </a:r>
          </a:p>
          <a:p>
            <a:r>
              <a:rPr lang="en-US" sz="2400" b="1" dirty="0">
                <a:solidFill>
                  <a:schemeClr val="accent4"/>
                </a:solidFill>
              </a:rPr>
              <a:t>Realtime Service</a:t>
            </a:r>
          </a:p>
          <a:p>
            <a:endParaRPr lang="en-US" sz="3200" b="1" dirty="0">
              <a:solidFill>
                <a:schemeClr val="bg1"/>
              </a:solidFill>
            </a:endParaRPr>
          </a:p>
          <a:p>
            <a:endParaRPr lang="pt-BR" sz="2800" b="1" dirty="0">
              <a:solidFill>
                <a:schemeClr val="bg1"/>
              </a:solidFill>
            </a:endParaRPr>
          </a:p>
        </p:txBody>
      </p:sp>
    </p:spTree>
    <p:extLst>
      <p:ext uri="{BB962C8B-B14F-4D97-AF65-F5344CB8AC3E}">
        <p14:creationId xmlns:p14="http://schemas.microsoft.com/office/powerpoint/2010/main" val="3433338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8E122-7E14-76B1-3A9D-1B70F4BF3661}"/>
            </a:ext>
          </a:extLst>
        </p:cNvPr>
        <p:cNvGrpSpPr/>
        <p:nvPr/>
      </p:nvGrpSpPr>
      <p:grpSpPr>
        <a:xfrm>
          <a:off x="0" y="0"/>
          <a:ext cx="0" cy="0"/>
          <a:chOff x="0" y="0"/>
          <a:chExt cx="0" cy="0"/>
        </a:xfrm>
      </p:grpSpPr>
      <p:sp>
        <p:nvSpPr>
          <p:cNvPr id="6" name="Espaço Reservado para Texto 4">
            <a:extLst>
              <a:ext uri="{FF2B5EF4-FFF2-40B4-BE49-F238E27FC236}">
                <a16:creationId xmlns:a16="http://schemas.microsoft.com/office/drawing/2014/main" id="{D2E32067-DF48-230E-15C9-7A24970631CF}"/>
              </a:ext>
            </a:extLst>
          </p:cNvPr>
          <p:cNvSpPr txBox="1">
            <a:spLocks/>
          </p:cNvSpPr>
          <p:nvPr/>
        </p:nvSpPr>
        <p:spPr>
          <a:xfrm>
            <a:off x="703056" y="497671"/>
            <a:ext cx="10444405"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b="1" dirty="0">
                <a:solidFill>
                  <a:schemeClr val="accent4"/>
                </a:solidFill>
              </a:rPr>
              <a:t>Summary</a:t>
            </a:r>
          </a:p>
          <a:p>
            <a:pPr>
              <a:lnSpc>
                <a:spcPct val="150000"/>
              </a:lnSpc>
            </a:pPr>
            <a:r>
              <a:rPr lang="en-GB" sz="1800" dirty="0">
                <a:solidFill>
                  <a:schemeClr val="bg1"/>
                </a:solidFill>
              </a:rPr>
              <a:t>	This is a suggestion for a new product that leverages the capabilities we have already developed while aiming to reach new clients and explore additional revenue opportunities	</a:t>
            </a:r>
          </a:p>
          <a:p>
            <a:pPr>
              <a:lnSpc>
                <a:spcPct val="150000"/>
              </a:lnSpc>
            </a:pPr>
            <a:r>
              <a:rPr lang="en-GB" sz="1800" b="1" dirty="0">
                <a:solidFill>
                  <a:schemeClr val="accent4"/>
                </a:solidFill>
              </a:rPr>
              <a:t>	“Mentions On-Demand”</a:t>
            </a:r>
            <a:r>
              <a:rPr lang="en-GB" sz="1800" dirty="0">
                <a:solidFill>
                  <a:schemeClr val="bg1"/>
                </a:solidFill>
              </a:rPr>
              <a:t> is an AI-powered solution for personalized monitoring of television content. Leveraging two core capabilities we have available — </a:t>
            </a:r>
            <a:r>
              <a:rPr lang="en-GB" sz="1800" b="1" dirty="0">
                <a:solidFill>
                  <a:schemeClr val="accent4"/>
                </a:solidFill>
              </a:rPr>
              <a:t>Program Grid</a:t>
            </a:r>
            <a:r>
              <a:rPr lang="en-GB" sz="1800" dirty="0">
                <a:solidFill>
                  <a:schemeClr val="accent4"/>
                </a:solidFill>
              </a:rPr>
              <a:t> </a:t>
            </a:r>
            <a:r>
              <a:rPr lang="en-GB" sz="1800" dirty="0">
                <a:solidFill>
                  <a:schemeClr val="bg1"/>
                </a:solidFill>
              </a:rPr>
              <a:t>and </a:t>
            </a:r>
            <a:r>
              <a:rPr lang="en-GB" sz="1800" b="1" dirty="0">
                <a:solidFill>
                  <a:schemeClr val="accent4"/>
                </a:solidFill>
              </a:rPr>
              <a:t>Transcription Façade </a:t>
            </a:r>
            <a:r>
              <a:rPr lang="en-GB" sz="1800" dirty="0">
                <a:solidFill>
                  <a:schemeClr val="bg1"/>
                </a:solidFill>
              </a:rPr>
              <a:t>— the platform allows clients to view programming grids by broadcaster and region, and select the channels, programs, and time slots they want to track. Clients then define keywords, terms, or topics of interest, such as brand mentions or specific products. Based on these configurations, the AI scans the selected programs, identifies the desired topics, and generates detailed reports with detected occurrences. It also extracts video clips of the relevant segments and, optionally, includes audience data at the time of each mention.</a:t>
            </a:r>
            <a:endParaRPr lang="en-US" sz="2800" b="1" dirty="0">
              <a:solidFill>
                <a:schemeClr val="bg1"/>
              </a:solidFill>
            </a:endParaRPr>
          </a:p>
        </p:txBody>
      </p:sp>
    </p:spTree>
    <p:extLst>
      <p:ext uri="{BB962C8B-B14F-4D97-AF65-F5344CB8AC3E}">
        <p14:creationId xmlns:p14="http://schemas.microsoft.com/office/powerpoint/2010/main" val="1445325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12641-C597-46E0-35FF-A212544B5EF6}"/>
            </a:ext>
          </a:extLst>
        </p:cNvPr>
        <p:cNvGrpSpPr/>
        <p:nvPr/>
      </p:nvGrpSpPr>
      <p:grpSpPr>
        <a:xfrm>
          <a:off x="0" y="0"/>
          <a:ext cx="0" cy="0"/>
          <a:chOff x="0" y="0"/>
          <a:chExt cx="0" cy="0"/>
        </a:xfrm>
      </p:grpSpPr>
      <p:sp>
        <p:nvSpPr>
          <p:cNvPr id="6" name="Espaço Reservado para Texto 4">
            <a:extLst>
              <a:ext uri="{FF2B5EF4-FFF2-40B4-BE49-F238E27FC236}">
                <a16:creationId xmlns:a16="http://schemas.microsoft.com/office/drawing/2014/main" id="{C94E9F2C-66BB-684D-C949-DF0E8150A3C9}"/>
              </a:ext>
            </a:extLst>
          </p:cNvPr>
          <p:cNvSpPr txBox="1">
            <a:spLocks/>
          </p:cNvSpPr>
          <p:nvPr/>
        </p:nvSpPr>
        <p:spPr>
          <a:xfrm>
            <a:off x="703056" y="497671"/>
            <a:ext cx="10444405"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400" b="1" dirty="0">
                <a:solidFill>
                  <a:schemeClr val="accent4"/>
                </a:solidFill>
              </a:rPr>
              <a:t>How it works:</a:t>
            </a:r>
          </a:p>
          <a:p>
            <a:r>
              <a:rPr lang="en-GB" b="1" dirty="0">
                <a:solidFill>
                  <a:schemeClr val="bg1"/>
                </a:solidFill>
              </a:rPr>
              <a:t>Client configuration:</a:t>
            </a:r>
            <a:endParaRPr lang="en-GB" dirty="0">
              <a:solidFill>
                <a:schemeClr val="bg1"/>
              </a:solidFill>
            </a:endParaRPr>
          </a:p>
          <a:p>
            <a:pPr lvl="1"/>
            <a:r>
              <a:rPr lang="en-GB" dirty="0">
                <a:solidFill>
                  <a:schemeClr val="bg1"/>
                </a:solidFill>
              </a:rPr>
              <a:t>Access a web portal displaying programming grids by broadcaster and region.</a:t>
            </a:r>
          </a:p>
          <a:p>
            <a:pPr lvl="1"/>
            <a:r>
              <a:rPr lang="en-GB" dirty="0">
                <a:solidFill>
                  <a:schemeClr val="bg1"/>
                </a:solidFill>
              </a:rPr>
              <a:t>Select channels, programs, and time slots to monitor.</a:t>
            </a:r>
          </a:p>
          <a:p>
            <a:pPr lvl="1"/>
            <a:r>
              <a:rPr lang="en-GB" dirty="0">
                <a:solidFill>
                  <a:schemeClr val="bg1"/>
                </a:solidFill>
              </a:rPr>
              <a:t>Define content of interest: keywords, terms, or topics (such as brand or product mentions).</a:t>
            </a:r>
          </a:p>
          <a:p>
            <a:r>
              <a:rPr lang="en-GB" b="1" dirty="0">
                <a:solidFill>
                  <a:schemeClr val="bg1"/>
                </a:solidFill>
              </a:rPr>
              <a:t>Estimation and proposal:</a:t>
            </a:r>
            <a:endParaRPr lang="en-GB" dirty="0">
              <a:solidFill>
                <a:schemeClr val="bg1"/>
              </a:solidFill>
            </a:endParaRPr>
          </a:p>
          <a:p>
            <a:pPr lvl="1"/>
            <a:r>
              <a:rPr lang="en-GB" dirty="0">
                <a:solidFill>
                  <a:schemeClr val="bg1"/>
                </a:solidFill>
              </a:rPr>
              <a:t>The system calculates the required capture and processing volume.</a:t>
            </a:r>
          </a:p>
          <a:p>
            <a:pPr lvl="1"/>
            <a:r>
              <a:rPr lang="en-GB" dirty="0">
                <a:solidFill>
                  <a:schemeClr val="bg1"/>
                </a:solidFill>
              </a:rPr>
              <a:t>This estimate is sent to the commercial team for proposal generation and negotiation.</a:t>
            </a:r>
          </a:p>
          <a:p>
            <a:r>
              <a:rPr lang="en-GB" b="1" dirty="0">
                <a:solidFill>
                  <a:schemeClr val="bg1"/>
                </a:solidFill>
              </a:rPr>
              <a:t>Service execution:</a:t>
            </a:r>
            <a:endParaRPr lang="en-GB" dirty="0">
              <a:solidFill>
                <a:schemeClr val="bg1"/>
              </a:solidFill>
            </a:endParaRPr>
          </a:p>
          <a:p>
            <a:pPr lvl="1"/>
            <a:r>
              <a:rPr lang="en-GB" dirty="0">
                <a:solidFill>
                  <a:schemeClr val="bg1"/>
                </a:solidFill>
              </a:rPr>
              <a:t>Once approved, the AI begins scanning the selected programs.</a:t>
            </a:r>
          </a:p>
          <a:p>
            <a:pPr lvl="1"/>
            <a:r>
              <a:rPr lang="en-GB" dirty="0">
                <a:solidFill>
                  <a:schemeClr val="bg1"/>
                </a:solidFill>
              </a:rPr>
              <a:t>Detailed reports are generated with detected occurrences and corresponding video clips.</a:t>
            </a:r>
          </a:p>
          <a:p>
            <a:pPr lvl="1"/>
            <a:r>
              <a:rPr lang="en-GB" dirty="0">
                <a:solidFill>
                  <a:schemeClr val="bg1"/>
                </a:solidFill>
              </a:rPr>
              <a:t>Optional inclusion of audience data at the time of the mention.</a:t>
            </a:r>
          </a:p>
          <a:p>
            <a:r>
              <a:rPr lang="en-GB" b="1" dirty="0">
                <a:solidFill>
                  <a:schemeClr val="bg1"/>
                </a:solidFill>
              </a:rPr>
              <a:t>Additional features:</a:t>
            </a:r>
            <a:endParaRPr lang="en-GB" dirty="0">
              <a:solidFill>
                <a:schemeClr val="bg1"/>
              </a:solidFill>
            </a:endParaRPr>
          </a:p>
          <a:p>
            <a:r>
              <a:rPr lang="en-GB" dirty="0">
                <a:solidFill>
                  <a:schemeClr val="bg1"/>
                </a:solidFill>
              </a:rPr>
              <a:t>Supports multiple clients simultaneously.</a:t>
            </a:r>
          </a:p>
          <a:p>
            <a:r>
              <a:rPr lang="en-GB" dirty="0">
                <a:solidFill>
                  <a:schemeClr val="bg1"/>
                </a:solidFill>
              </a:rPr>
              <a:t>Customized reports for each client, covering all monitored topics.</a:t>
            </a:r>
          </a:p>
          <a:p>
            <a:pPr>
              <a:lnSpc>
                <a:spcPct val="150000"/>
              </a:lnSpc>
            </a:pPr>
            <a:endParaRPr lang="en-US" sz="2800" b="1" dirty="0">
              <a:solidFill>
                <a:schemeClr val="bg1"/>
              </a:solidFill>
            </a:endParaRPr>
          </a:p>
        </p:txBody>
      </p:sp>
    </p:spTree>
    <p:extLst>
      <p:ext uri="{BB962C8B-B14F-4D97-AF65-F5344CB8AC3E}">
        <p14:creationId xmlns:p14="http://schemas.microsoft.com/office/powerpoint/2010/main" val="1371943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CBA12-7413-0F51-2190-558BC1FB307C}"/>
            </a:ext>
          </a:extLst>
        </p:cNvPr>
        <p:cNvGrpSpPr/>
        <p:nvPr/>
      </p:nvGrpSpPr>
      <p:grpSpPr>
        <a:xfrm>
          <a:off x="0" y="0"/>
          <a:ext cx="0" cy="0"/>
          <a:chOff x="0" y="0"/>
          <a:chExt cx="0" cy="0"/>
        </a:xfrm>
      </p:grpSpPr>
      <p:sp>
        <p:nvSpPr>
          <p:cNvPr id="6" name="Espaço Reservado para Texto 4">
            <a:extLst>
              <a:ext uri="{FF2B5EF4-FFF2-40B4-BE49-F238E27FC236}">
                <a16:creationId xmlns:a16="http://schemas.microsoft.com/office/drawing/2014/main" id="{FBF6A5C2-18ED-C173-6775-8E25D674BD0C}"/>
              </a:ext>
            </a:extLst>
          </p:cNvPr>
          <p:cNvSpPr txBox="1">
            <a:spLocks/>
          </p:cNvSpPr>
          <p:nvPr/>
        </p:nvSpPr>
        <p:spPr>
          <a:xfrm>
            <a:off x="703056" y="158031"/>
            <a:ext cx="10444405"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400" b="1" dirty="0">
                <a:solidFill>
                  <a:schemeClr val="accent4"/>
                </a:solidFill>
              </a:rPr>
              <a:t>Operational Process</a:t>
            </a:r>
          </a:p>
        </p:txBody>
      </p:sp>
      <p:sp>
        <p:nvSpPr>
          <p:cNvPr id="2" name="Retângulo: Cantos Arredondados 1">
            <a:extLst>
              <a:ext uri="{FF2B5EF4-FFF2-40B4-BE49-F238E27FC236}">
                <a16:creationId xmlns:a16="http://schemas.microsoft.com/office/drawing/2014/main" id="{52BEE701-19FD-68D6-E1FC-8181A5EC5469}"/>
              </a:ext>
            </a:extLst>
          </p:cNvPr>
          <p:cNvSpPr/>
          <p:nvPr/>
        </p:nvSpPr>
        <p:spPr>
          <a:xfrm>
            <a:off x="6007173" y="1268791"/>
            <a:ext cx="2518742" cy="1716075"/>
          </a:xfrm>
          <a:prstGeom prst="roundRect">
            <a:avLst/>
          </a:prstGeom>
          <a:noFill/>
          <a:ln w="28575">
            <a:solidFill>
              <a:srgbClr val="FFC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sz="1200" noProof="0">
                <a:solidFill>
                  <a:srgbClr val="FFC000"/>
                </a:solidFill>
              </a:rPr>
              <a:t>Mentions AI Engine</a:t>
            </a:r>
          </a:p>
        </p:txBody>
      </p:sp>
      <p:sp>
        <p:nvSpPr>
          <p:cNvPr id="3" name="Retângulo de cantos arredondados 1">
            <a:extLst>
              <a:ext uri="{FF2B5EF4-FFF2-40B4-BE49-F238E27FC236}">
                <a16:creationId xmlns:a16="http://schemas.microsoft.com/office/drawing/2014/main" id="{A70FC247-08E2-85C3-7929-746EA200CE44}"/>
              </a:ext>
            </a:extLst>
          </p:cNvPr>
          <p:cNvSpPr/>
          <p:nvPr/>
        </p:nvSpPr>
        <p:spPr>
          <a:xfrm>
            <a:off x="2660454"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050" b="0" i="0" u="none" strike="noStrike" kern="0" cap="none" spc="0" normalizeH="0" baseline="0" noProof="0" dirty="0">
                <a:ln>
                  <a:noFill/>
                </a:ln>
                <a:solidFill>
                  <a:prstClr val="white"/>
                </a:solidFill>
                <a:effectLst/>
                <a:uLnTx/>
                <a:uFillTx/>
                <a:latin typeface="Gill Sans MT"/>
                <a:ea typeface="+mn-ea"/>
                <a:cs typeface="+mn-cs"/>
              </a:rPr>
              <a:t>Web Portal</a:t>
            </a:r>
          </a:p>
        </p:txBody>
      </p:sp>
      <p:sp>
        <p:nvSpPr>
          <p:cNvPr id="4" name="Retângulo de cantos arredondados 1">
            <a:extLst>
              <a:ext uri="{FF2B5EF4-FFF2-40B4-BE49-F238E27FC236}">
                <a16:creationId xmlns:a16="http://schemas.microsoft.com/office/drawing/2014/main" id="{881CA454-8AD4-35C1-D294-78E78C9543AA}"/>
              </a:ext>
            </a:extLst>
          </p:cNvPr>
          <p:cNvSpPr/>
          <p:nvPr/>
        </p:nvSpPr>
        <p:spPr>
          <a:xfrm>
            <a:off x="1710683" y="342277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1050" kern="0" dirty="0">
                <a:solidFill>
                  <a:prstClr val="white"/>
                </a:solidFill>
                <a:latin typeface="Gill Sans MT"/>
              </a:rPr>
              <a:t>CRAWLER</a:t>
            </a:r>
            <a:endParaRPr kumimoji="0" lang="pt-BR" sz="1050" b="0" i="0" u="none" strike="noStrike" kern="0" cap="none" spc="0" normalizeH="0" baseline="0" noProof="0" dirty="0">
              <a:ln>
                <a:noFill/>
              </a:ln>
              <a:solidFill>
                <a:prstClr val="white"/>
              </a:solidFill>
              <a:effectLst/>
              <a:uLnTx/>
              <a:uFillTx/>
              <a:latin typeface="Gill Sans MT"/>
              <a:ea typeface="+mn-ea"/>
              <a:cs typeface="+mn-cs"/>
            </a:endParaRPr>
          </a:p>
        </p:txBody>
      </p:sp>
      <p:sp>
        <p:nvSpPr>
          <p:cNvPr id="5" name="Retângulo de cantos arredondados 1">
            <a:extLst>
              <a:ext uri="{FF2B5EF4-FFF2-40B4-BE49-F238E27FC236}">
                <a16:creationId xmlns:a16="http://schemas.microsoft.com/office/drawing/2014/main" id="{7B235020-AE74-B3AB-5F12-8C1FDD4040FF}"/>
              </a:ext>
            </a:extLst>
          </p:cNvPr>
          <p:cNvSpPr/>
          <p:nvPr/>
        </p:nvSpPr>
        <p:spPr>
          <a:xfrm>
            <a:off x="4964709"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noProof="0">
                <a:solidFill>
                  <a:prstClr val="white"/>
                </a:solidFill>
                <a:latin typeface="Gill Sans MT"/>
              </a:rPr>
              <a:t>Dispatcher</a:t>
            </a:r>
            <a:endParaRPr kumimoji="0" lang="en-US" sz="1050" b="0" i="0" u="none" strike="noStrike" kern="0" cap="none" spc="0" normalizeH="0" baseline="0" noProof="0">
              <a:ln>
                <a:noFill/>
              </a:ln>
              <a:solidFill>
                <a:prstClr val="white"/>
              </a:solidFill>
              <a:effectLst/>
              <a:uLnTx/>
              <a:uFillTx/>
              <a:latin typeface="Gill Sans MT"/>
              <a:ea typeface="+mn-ea"/>
              <a:cs typeface="+mn-cs"/>
            </a:endParaRPr>
          </a:p>
        </p:txBody>
      </p:sp>
      <p:sp>
        <p:nvSpPr>
          <p:cNvPr id="7" name="Retângulo de cantos arredondados 1">
            <a:extLst>
              <a:ext uri="{FF2B5EF4-FFF2-40B4-BE49-F238E27FC236}">
                <a16:creationId xmlns:a16="http://schemas.microsoft.com/office/drawing/2014/main" id="{8ECC2BF1-E819-A9B2-8354-AB51C166709F}"/>
              </a:ext>
            </a:extLst>
          </p:cNvPr>
          <p:cNvSpPr/>
          <p:nvPr/>
        </p:nvSpPr>
        <p:spPr>
          <a:xfrm>
            <a:off x="6108127" y="1707112"/>
            <a:ext cx="1156858"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accent4"/>
                </a:solidFill>
                <a:effectLst/>
                <a:uLnTx/>
                <a:uFillTx/>
                <a:latin typeface="Gill Sans MT"/>
                <a:ea typeface="+mn-ea"/>
                <a:cs typeface="+mn-cs"/>
              </a:rPr>
              <a:t>Transcription Façade</a:t>
            </a:r>
          </a:p>
        </p:txBody>
      </p:sp>
      <p:sp>
        <p:nvSpPr>
          <p:cNvPr id="8" name="Retângulo de cantos arredondados 1">
            <a:extLst>
              <a:ext uri="{FF2B5EF4-FFF2-40B4-BE49-F238E27FC236}">
                <a16:creationId xmlns:a16="http://schemas.microsoft.com/office/drawing/2014/main" id="{EBE14641-D4EF-1AFE-348F-678206319DAD}"/>
              </a:ext>
            </a:extLst>
          </p:cNvPr>
          <p:cNvSpPr/>
          <p:nvPr/>
        </p:nvSpPr>
        <p:spPr>
          <a:xfrm>
            <a:off x="7399600" y="1709761"/>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kern="0" noProof="0">
                <a:solidFill>
                  <a:prstClr val="white"/>
                </a:solidFill>
                <a:latin typeface="Gill Sans MT"/>
              </a:rPr>
              <a:t>Content Analyzer</a:t>
            </a:r>
            <a:endParaRPr kumimoji="0" lang="en-US" sz="1000" b="0" i="0" u="none" strike="noStrike" kern="0" cap="none" spc="0" normalizeH="0" baseline="0" noProof="0">
              <a:ln>
                <a:noFill/>
              </a:ln>
              <a:solidFill>
                <a:prstClr val="white"/>
              </a:solidFill>
              <a:effectLst/>
              <a:uLnTx/>
              <a:uFillTx/>
              <a:latin typeface="Gill Sans MT"/>
              <a:ea typeface="+mn-ea"/>
              <a:cs typeface="+mn-cs"/>
            </a:endParaRPr>
          </a:p>
        </p:txBody>
      </p:sp>
      <p:sp>
        <p:nvSpPr>
          <p:cNvPr id="9" name="Retângulo de cantos arredondados 1">
            <a:extLst>
              <a:ext uri="{FF2B5EF4-FFF2-40B4-BE49-F238E27FC236}">
                <a16:creationId xmlns:a16="http://schemas.microsoft.com/office/drawing/2014/main" id="{CB4A79A4-977F-C53C-19F9-C7B84C390B96}"/>
              </a:ext>
            </a:extLst>
          </p:cNvPr>
          <p:cNvSpPr/>
          <p:nvPr/>
        </p:nvSpPr>
        <p:spPr>
          <a:xfrm>
            <a:off x="9701378"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noProof="0">
                <a:solidFill>
                  <a:prstClr val="white"/>
                </a:solidFill>
                <a:latin typeface="Gill Sans MT"/>
              </a:rPr>
              <a:t>Web Portal (customer </a:t>
            </a:r>
            <a:r>
              <a:rPr lang="en-US" sz="1050" kern="0" noProof="0" dirty="0" err="1">
                <a:solidFill>
                  <a:prstClr val="white"/>
                </a:solidFill>
                <a:latin typeface="Gill Sans MT"/>
              </a:rPr>
              <a:t>área</a:t>
            </a:r>
            <a:r>
              <a:rPr lang="en-US" sz="1050" kern="0" noProof="0" dirty="0">
                <a:solidFill>
                  <a:prstClr val="white"/>
                </a:solidFill>
                <a:latin typeface="Gill Sans MT"/>
              </a:rPr>
              <a:t>)</a:t>
            </a:r>
            <a:endParaRPr kumimoji="0" lang="en-US" sz="1050" b="0" i="0" u="none" strike="noStrike" kern="0" cap="none" spc="0" normalizeH="0" baseline="0" noProof="0" dirty="0">
              <a:ln>
                <a:noFill/>
              </a:ln>
              <a:solidFill>
                <a:prstClr val="white"/>
              </a:solidFill>
              <a:effectLst/>
              <a:uLnTx/>
              <a:uFillTx/>
              <a:latin typeface="Gill Sans MT"/>
              <a:ea typeface="+mn-ea"/>
              <a:cs typeface="+mn-cs"/>
            </a:endParaRPr>
          </a:p>
        </p:txBody>
      </p:sp>
      <p:sp>
        <p:nvSpPr>
          <p:cNvPr id="10" name="Retângulo de cantos arredondados 1">
            <a:extLst>
              <a:ext uri="{FF2B5EF4-FFF2-40B4-BE49-F238E27FC236}">
                <a16:creationId xmlns:a16="http://schemas.microsoft.com/office/drawing/2014/main" id="{6D9CA34D-5824-401D-43EE-AB24E8389977}"/>
              </a:ext>
            </a:extLst>
          </p:cNvPr>
          <p:cNvSpPr/>
          <p:nvPr/>
        </p:nvSpPr>
        <p:spPr>
          <a:xfrm>
            <a:off x="8549250"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prstClr val="white"/>
                </a:solidFill>
                <a:effectLst/>
                <a:uLnTx/>
                <a:uFillTx/>
                <a:latin typeface="Gill Sans MT"/>
                <a:ea typeface="+mn-ea"/>
                <a:cs typeface="+mn-cs"/>
              </a:rPr>
              <a:t>Report &amp; clip Generator</a:t>
            </a:r>
          </a:p>
        </p:txBody>
      </p:sp>
      <p:sp>
        <p:nvSpPr>
          <p:cNvPr id="11" name="Seta: para a Direita 10">
            <a:extLst>
              <a:ext uri="{FF2B5EF4-FFF2-40B4-BE49-F238E27FC236}">
                <a16:creationId xmlns:a16="http://schemas.microsoft.com/office/drawing/2014/main" id="{B9ADFC47-BA3A-7759-1E42-203A80E1AD11}"/>
              </a:ext>
            </a:extLst>
          </p:cNvPr>
          <p:cNvSpPr/>
          <p:nvPr/>
        </p:nvSpPr>
        <p:spPr>
          <a:xfrm>
            <a:off x="3524549"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2" name="Seta: para a Direita 11">
            <a:extLst>
              <a:ext uri="{FF2B5EF4-FFF2-40B4-BE49-F238E27FC236}">
                <a16:creationId xmlns:a16="http://schemas.microsoft.com/office/drawing/2014/main" id="{1D4E5831-011D-BA84-D92B-3F4D5F24E072}"/>
              </a:ext>
            </a:extLst>
          </p:cNvPr>
          <p:cNvSpPr/>
          <p:nvPr/>
        </p:nvSpPr>
        <p:spPr>
          <a:xfrm>
            <a:off x="4681632"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3" name="Seta: para a Direita 12">
            <a:extLst>
              <a:ext uri="{FF2B5EF4-FFF2-40B4-BE49-F238E27FC236}">
                <a16:creationId xmlns:a16="http://schemas.microsoft.com/office/drawing/2014/main" id="{8BE0FF87-84FB-95FE-160F-6DCD38B43514}"/>
              </a:ext>
            </a:extLst>
          </p:cNvPr>
          <p:cNvSpPr/>
          <p:nvPr/>
        </p:nvSpPr>
        <p:spPr>
          <a:xfrm>
            <a:off x="5826327"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4" name="Seta: para a Direita 13">
            <a:extLst>
              <a:ext uri="{FF2B5EF4-FFF2-40B4-BE49-F238E27FC236}">
                <a16:creationId xmlns:a16="http://schemas.microsoft.com/office/drawing/2014/main" id="{8E7B4B33-6101-2FB1-73D0-0D401495872C}"/>
              </a:ext>
            </a:extLst>
          </p:cNvPr>
          <p:cNvSpPr/>
          <p:nvPr/>
        </p:nvSpPr>
        <p:spPr>
          <a:xfrm>
            <a:off x="7119075"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5" name="Seta: para a Direita 14">
            <a:extLst>
              <a:ext uri="{FF2B5EF4-FFF2-40B4-BE49-F238E27FC236}">
                <a16:creationId xmlns:a16="http://schemas.microsoft.com/office/drawing/2014/main" id="{43D65077-6F6F-A9F7-942D-276C863D5B48}"/>
              </a:ext>
            </a:extLst>
          </p:cNvPr>
          <p:cNvSpPr/>
          <p:nvPr/>
        </p:nvSpPr>
        <p:spPr>
          <a:xfrm>
            <a:off x="8271129"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6" name="Seta: para a Direita 15">
            <a:extLst>
              <a:ext uri="{FF2B5EF4-FFF2-40B4-BE49-F238E27FC236}">
                <a16:creationId xmlns:a16="http://schemas.microsoft.com/office/drawing/2014/main" id="{89B4A7DB-C47B-0E92-6121-3884D2D8D258}"/>
              </a:ext>
            </a:extLst>
          </p:cNvPr>
          <p:cNvSpPr/>
          <p:nvPr/>
        </p:nvSpPr>
        <p:spPr>
          <a:xfrm>
            <a:off x="9409367"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17" name="Balão de Fala: Retângulo com Cantos Arredondados 16">
            <a:extLst>
              <a:ext uri="{FF2B5EF4-FFF2-40B4-BE49-F238E27FC236}">
                <a16:creationId xmlns:a16="http://schemas.microsoft.com/office/drawing/2014/main" id="{BF70E900-CF4A-3FAE-5E82-828C288E546A}"/>
              </a:ext>
            </a:extLst>
          </p:cNvPr>
          <p:cNvSpPr/>
          <p:nvPr/>
        </p:nvSpPr>
        <p:spPr bwMode="ltGray">
          <a:xfrm>
            <a:off x="2026592" y="4710667"/>
            <a:ext cx="1639495" cy="1228579"/>
          </a:xfrm>
          <a:prstGeom prst="wedgeRoundRectCallout">
            <a:avLst>
              <a:gd name="adj1" fmla="val 23239"/>
              <a:gd name="adj2" fmla="val -82636"/>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GB" sz="1100" kern="0" dirty="0">
                <a:solidFill>
                  <a:srgbClr val="84AA33">
                    <a:lumMod val="50000"/>
                  </a:srgbClr>
                </a:solidFill>
                <a:latin typeface="Gill Sans MT"/>
              </a:rPr>
              <a:t>The Program Grid parses the files, identifies programming schedule, and makes it available on the client portal</a:t>
            </a:r>
            <a:endParaRPr lang="en-US" sz="1100" kern="0" noProof="0" dirty="0">
              <a:solidFill>
                <a:srgbClr val="84AA33">
                  <a:lumMod val="50000"/>
                </a:srgbClr>
              </a:solidFill>
              <a:latin typeface="Gill Sans MT"/>
            </a:endParaRPr>
          </a:p>
        </p:txBody>
      </p:sp>
      <p:sp>
        <p:nvSpPr>
          <p:cNvPr id="18" name="Balão de Fala: Retângulo com Cantos Arredondados 17">
            <a:extLst>
              <a:ext uri="{FF2B5EF4-FFF2-40B4-BE49-F238E27FC236}">
                <a16:creationId xmlns:a16="http://schemas.microsoft.com/office/drawing/2014/main" id="{78004D7B-7B4F-66DF-8748-DB8666036713}"/>
              </a:ext>
            </a:extLst>
          </p:cNvPr>
          <p:cNvSpPr/>
          <p:nvPr/>
        </p:nvSpPr>
        <p:spPr bwMode="ltGray">
          <a:xfrm>
            <a:off x="536867" y="4489733"/>
            <a:ext cx="1431692" cy="1353717"/>
          </a:xfrm>
          <a:prstGeom prst="wedgeRoundRectCallout">
            <a:avLst>
              <a:gd name="adj1" fmla="val 35324"/>
              <a:gd name="adj2" fmla="val -67264"/>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a:solidFill>
                  <a:srgbClr val="84AA33">
                    <a:lumMod val="50000"/>
                  </a:srgbClr>
                </a:solidFill>
                <a:latin typeface="Gill Sans MT"/>
              </a:rPr>
              <a:t>The Crawler retrieves programming schedules from broadcaster websites or from a file repository</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19" name="Fluxograma: Disco Magnético 18">
            <a:extLst>
              <a:ext uri="{FF2B5EF4-FFF2-40B4-BE49-F238E27FC236}">
                <a16:creationId xmlns:a16="http://schemas.microsoft.com/office/drawing/2014/main" id="{A9B91398-ABD6-C963-57CB-C46B244ABE9C}"/>
              </a:ext>
            </a:extLst>
          </p:cNvPr>
          <p:cNvSpPr/>
          <p:nvPr/>
        </p:nvSpPr>
        <p:spPr>
          <a:xfrm>
            <a:off x="4927880" y="2821489"/>
            <a:ext cx="1079292" cy="861447"/>
          </a:xfrm>
          <a:prstGeom prst="flowChartMagneticDisk">
            <a:avLst/>
          </a:prstGeom>
          <a:solidFill>
            <a:sysClr val="windowText" lastClr="000000">
              <a:lumMod val="65000"/>
              <a:lumOff val="35000"/>
            </a:sysClr>
          </a:solidFill>
          <a:ln w="25400" cap="flat" cmpd="sng" algn="ctr">
            <a:noFill/>
            <a:prstDash val="solid"/>
          </a:ln>
          <a:effectLst/>
        </p:spPr>
        <p:txBody>
          <a:bodyPr anchor="ctr"/>
          <a:lstStyle/>
          <a:p>
            <a:pPr algn="ctr"/>
            <a:r>
              <a:rPr lang="en-US" sz="1050" kern="0" noProof="0">
                <a:solidFill>
                  <a:prstClr val="white"/>
                </a:solidFill>
                <a:latin typeface="Gill Sans MT"/>
              </a:rPr>
              <a:t>Capture DB (Video Storage)</a:t>
            </a:r>
          </a:p>
        </p:txBody>
      </p:sp>
      <p:sp>
        <p:nvSpPr>
          <p:cNvPr id="21" name="Balão de Fala: Retângulo com Cantos Arredondados 20">
            <a:extLst>
              <a:ext uri="{FF2B5EF4-FFF2-40B4-BE49-F238E27FC236}">
                <a16:creationId xmlns:a16="http://schemas.microsoft.com/office/drawing/2014/main" id="{56BA9AA0-37FE-797C-586C-656CDB06EE01}"/>
              </a:ext>
            </a:extLst>
          </p:cNvPr>
          <p:cNvSpPr/>
          <p:nvPr/>
        </p:nvSpPr>
        <p:spPr bwMode="ltGray">
          <a:xfrm>
            <a:off x="648464" y="1441215"/>
            <a:ext cx="1431692" cy="1776042"/>
          </a:xfrm>
          <a:prstGeom prst="wedgeRoundRectCallout">
            <a:avLst>
              <a:gd name="adj1" fmla="val 89004"/>
              <a:gd name="adj2" fmla="val -9629"/>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noProof="0" dirty="0">
                <a:solidFill>
                  <a:srgbClr val="84AA33">
                    <a:lumMod val="50000"/>
                  </a:srgbClr>
                </a:solidFill>
                <a:latin typeface="Gill Sans MT"/>
              </a:rPr>
              <a:t>Customer browse thru program grid and chooses </a:t>
            </a:r>
            <a:r>
              <a:rPr lang="en-US" sz="1100" kern="0" dirty="0">
                <a:solidFill>
                  <a:srgbClr val="84AA33">
                    <a:lumMod val="50000"/>
                  </a:srgbClr>
                </a:solidFill>
                <a:latin typeface="Gill Sans MT"/>
              </a:rPr>
              <a:t>region, broadcaster, days, programs, shows, etc. Also provide content to Search for (key words).</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22" name="Seta: de Cima para Baixo 21">
            <a:extLst>
              <a:ext uri="{FF2B5EF4-FFF2-40B4-BE49-F238E27FC236}">
                <a16:creationId xmlns:a16="http://schemas.microsoft.com/office/drawing/2014/main" id="{A0382680-58BB-DEAF-DE1C-8960F1BCAF8C}"/>
              </a:ext>
            </a:extLst>
          </p:cNvPr>
          <p:cNvSpPr/>
          <p:nvPr/>
        </p:nvSpPr>
        <p:spPr>
          <a:xfrm>
            <a:off x="5367877" y="2568558"/>
            <a:ext cx="141756" cy="252930"/>
          </a:xfrm>
          <a:prstGeom prst="upDownArrow">
            <a:avLst/>
          </a:prstGeom>
          <a:solidFill>
            <a:sysClr val="windowText" lastClr="000000">
              <a:lumMod val="65000"/>
              <a:lumOff val="35000"/>
            </a:sysClr>
          </a:solidFill>
          <a:ln w="25400" cap="flat" cmpd="sng" algn="ctr">
            <a:noFill/>
            <a:prstDash val="solid"/>
          </a:ln>
          <a:effectLst/>
        </p:spPr>
        <p:txBody>
          <a:bodyPr anchor="ctr"/>
          <a:lstStyle/>
          <a:p>
            <a:pPr algn="ctr"/>
            <a:endParaRPr lang="en-GB" sz="1050" kern="0">
              <a:solidFill>
                <a:prstClr val="white"/>
              </a:solidFill>
              <a:latin typeface="Gill Sans MT"/>
            </a:endParaRPr>
          </a:p>
        </p:txBody>
      </p:sp>
      <p:sp>
        <p:nvSpPr>
          <p:cNvPr id="23" name="Balão de Fala: Retângulo com Cantos Arredondados 22">
            <a:extLst>
              <a:ext uri="{FF2B5EF4-FFF2-40B4-BE49-F238E27FC236}">
                <a16:creationId xmlns:a16="http://schemas.microsoft.com/office/drawing/2014/main" id="{C0C957F8-E149-2AB0-07B7-05BAC6F453AB}"/>
              </a:ext>
            </a:extLst>
          </p:cNvPr>
          <p:cNvSpPr/>
          <p:nvPr/>
        </p:nvSpPr>
        <p:spPr bwMode="ltGray">
          <a:xfrm>
            <a:off x="3812581" y="4414493"/>
            <a:ext cx="1584175" cy="1081328"/>
          </a:xfrm>
          <a:prstGeom prst="wedgeRoundRectCallout">
            <a:avLst>
              <a:gd name="adj1" fmla="val -25835"/>
              <a:gd name="adj2" fmla="val -214099"/>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noProof="0" dirty="0">
                <a:solidFill>
                  <a:srgbClr val="84AA33">
                    <a:lumMod val="50000"/>
                  </a:srgbClr>
                </a:solidFill>
                <a:latin typeface="Gill Sans MT"/>
              </a:rPr>
              <a:t>Based on each customer´s setup scheduler creates the file list to process</a:t>
            </a:r>
            <a:r>
              <a:rPr lang="en-US" sz="1100" kern="0" dirty="0">
                <a:solidFill>
                  <a:srgbClr val="84AA33">
                    <a:lumMod val="50000"/>
                  </a:srgbClr>
                </a:solidFill>
                <a:latin typeface="Gill Sans MT"/>
              </a:rPr>
              <a:t> and starts at correct time </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29" name="Retângulo de cantos arredondados 1">
            <a:extLst>
              <a:ext uri="{FF2B5EF4-FFF2-40B4-BE49-F238E27FC236}">
                <a16:creationId xmlns:a16="http://schemas.microsoft.com/office/drawing/2014/main" id="{61B184A7-6651-C88E-2B8A-3F7F23BAAEAA}"/>
              </a:ext>
            </a:extLst>
          </p:cNvPr>
          <p:cNvSpPr/>
          <p:nvPr/>
        </p:nvSpPr>
        <p:spPr>
          <a:xfrm>
            <a:off x="3812581"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noProof="0">
                <a:solidFill>
                  <a:prstClr val="white"/>
                </a:solidFill>
                <a:latin typeface="Gill Sans MT"/>
              </a:rPr>
              <a:t>Scheduler</a:t>
            </a:r>
            <a:endParaRPr kumimoji="0" lang="en-US" sz="1050" b="0" i="0" u="none" strike="noStrike" kern="0" cap="none" spc="0" normalizeH="0" baseline="0" noProof="0">
              <a:ln>
                <a:noFill/>
              </a:ln>
              <a:solidFill>
                <a:prstClr val="white"/>
              </a:solidFill>
              <a:effectLst/>
              <a:uLnTx/>
              <a:uFillTx/>
              <a:latin typeface="Gill Sans MT"/>
              <a:ea typeface="+mn-ea"/>
              <a:cs typeface="+mn-cs"/>
            </a:endParaRPr>
          </a:p>
        </p:txBody>
      </p:sp>
      <p:sp>
        <p:nvSpPr>
          <p:cNvPr id="30" name="Retângulo de cantos arredondados 1">
            <a:extLst>
              <a:ext uri="{FF2B5EF4-FFF2-40B4-BE49-F238E27FC236}">
                <a16:creationId xmlns:a16="http://schemas.microsoft.com/office/drawing/2014/main" id="{AA31A899-3162-B4E6-3FB8-324F7308E31B}"/>
              </a:ext>
            </a:extLst>
          </p:cNvPr>
          <p:cNvSpPr/>
          <p:nvPr/>
        </p:nvSpPr>
        <p:spPr>
          <a:xfrm>
            <a:off x="2891750" y="3422771"/>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kern="0" noProof="0" dirty="0">
                <a:solidFill>
                  <a:schemeClr val="accent4"/>
                </a:solidFill>
                <a:latin typeface="Gill Sans MT"/>
              </a:rPr>
              <a:t>Program Grid</a:t>
            </a:r>
            <a:endParaRPr kumimoji="0" lang="en-US" sz="1200" b="1" i="0" u="none" strike="noStrike" kern="0" cap="none" spc="0" normalizeH="0" baseline="0" noProof="0" dirty="0">
              <a:ln>
                <a:noFill/>
              </a:ln>
              <a:solidFill>
                <a:schemeClr val="accent4"/>
              </a:solidFill>
              <a:effectLst/>
              <a:uLnTx/>
              <a:uFillTx/>
              <a:latin typeface="Gill Sans MT"/>
              <a:ea typeface="+mn-ea"/>
              <a:cs typeface="+mn-cs"/>
            </a:endParaRPr>
          </a:p>
        </p:txBody>
      </p:sp>
      <p:sp>
        <p:nvSpPr>
          <p:cNvPr id="31" name="Seta: para a Direita 30">
            <a:extLst>
              <a:ext uri="{FF2B5EF4-FFF2-40B4-BE49-F238E27FC236}">
                <a16:creationId xmlns:a16="http://schemas.microsoft.com/office/drawing/2014/main" id="{AF70309D-6C55-C393-C619-C7211969837B}"/>
              </a:ext>
            </a:extLst>
          </p:cNvPr>
          <p:cNvSpPr/>
          <p:nvPr/>
        </p:nvSpPr>
        <p:spPr>
          <a:xfrm>
            <a:off x="2616327" y="3800615"/>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32" name="Seta: para a Direita 31">
            <a:extLst>
              <a:ext uri="{FF2B5EF4-FFF2-40B4-BE49-F238E27FC236}">
                <a16:creationId xmlns:a16="http://schemas.microsoft.com/office/drawing/2014/main" id="{54704373-F777-03AD-949C-DE1AA82F0E3A}"/>
              </a:ext>
            </a:extLst>
          </p:cNvPr>
          <p:cNvSpPr/>
          <p:nvPr/>
        </p:nvSpPr>
        <p:spPr>
          <a:xfrm rot="16200000">
            <a:off x="2821497" y="2883665"/>
            <a:ext cx="861447" cy="231233"/>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33" name="Balão de Fala: Retângulo com Cantos Arredondados 32">
            <a:extLst>
              <a:ext uri="{FF2B5EF4-FFF2-40B4-BE49-F238E27FC236}">
                <a16:creationId xmlns:a16="http://schemas.microsoft.com/office/drawing/2014/main" id="{75191103-2108-52E4-735E-5E0452B591A8}"/>
              </a:ext>
            </a:extLst>
          </p:cNvPr>
          <p:cNvSpPr/>
          <p:nvPr/>
        </p:nvSpPr>
        <p:spPr bwMode="ltGray">
          <a:xfrm>
            <a:off x="5467526" y="370130"/>
            <a:ext cx="2169891" cy="1081328"/>
          </a:xfrm>
          <a:prstGeom prst="wedgeRoundRectCallout">
            <a:avLst>
              <a:gd name="adj1" fmla="val -37192"/>
              <a:gd name="adj2" fmla="val 70193"/>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The dispatcher receives the file list and search terms, locates the files in the database, and sends everything to the Mentions Engine for processing</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6" name="Balão de Fala: Retângulo com Cantos Arredondados 35">
            <a:extLst>
              <a:ext uri="{FF2B5EF4-FFF2-40B4-BE49-F238E27FC236}">
                <a16:creationId xmlns:a16="http://schemas.microsoft.com/office/drawing/2014/main" id="{7E114AA2-0B29-FF2F-A8FA-FF746BD42A56}"/>
              </a:ext>
            </a:extLst>
          </p:cNvPr>
          <p:cNvSpPr/>
          <p:nvPr/>
        </p:nvSpPr>
        <p:spPr bwMode="ltGray">
          <a:xfrm>
            <a:off x="10134610" y="319575"/>
            <a:ext cx="1354334" cy="934909"/>
          </a:xfrm>
          <a:prstGeom prst="wedgeRoundRectCallout">
            <a:avLst>
              <a:gd name="adj1" fmla="val -32014"/>
              <a:gd name="adj2" fmla="val 81049"/>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Reports and clips are published in each client’s area on the web portal</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8" name="Fluxograma: Disco Magnético 37">
            <a:extLst>
              <a:ext uri="{FF2B5EF4-FFF2-40B4-BE49-F238E27FC236}">
                <a16:creationId xmlns:a16="http://schemas.microsoft.com/office/drawing/2014/main" id="{A3891A7C-3AB9-2ABF-E865-5017F0E46E4D}"/>
              </a:ext>
            </a:extLst>
          </p:cNvPr>
          <p:cNvSpPr/>
          <p:nvPr/>
        </p:nvSpPr>
        <p:spPr>
          <a:xfrm>
            <a:off x="9697399" y="2821489"/>
            <a:ext cx="1079292" cy="861447"/>
          </a:xfrm>
          <a:prstGeom prst="flowChartMagneticDisk">
            <a:avLst/>
          </a:prstGeom>
          <a:solidFill>
            <a:sysClr val="windowText" lastClr="000000">
              <a:lumMod val="65000"/>
              <a:lumOff val="35000"/>
            </a:sysClr>
          </a:solidFill>
          <a:ln w="25400" cap="flat" cmpd="sng" algn="ctr">
            <a:noFill/>
            <a:prstDash val="solid"/>
          </a:ln>
          <a:effectLst/>
        </p:spPr>
        <p:txBody>
          <a:bodyPr anchor="ctr"/>
          <a:lstStyle/>
          <a:p>
            <a:pPr algn="ctr"/>
            <a:r>
              <a:rPr lang="en-US" sz="1050" kern="0" noProof="0" dirty="0">
                <a:solidFill>
                  <a:prstClr val="white"/>
                </a:solidFill>
                <a:latin typeface="Gill Sans MT"/>
              </a:rPr>
              <a:t>Clip Storage</a:t>
            </a:r>
          </a:p>
        </p:txBody>
      </p:sp>
      <p:sp>
        <p:nvSpPr>
          <p:cNvPr id="39" name="Seta: de Cima para Baixo 38">
            <a:extLst>
              <a:ext uri="{FF2B5EF4-FFF2-40B4-BE49-F238E27FC236}">
                <a16:creationId xmlns:a16="http://schemas.microsoft.com/office/drawing/2014/main" id="{BE688F7B-2BD0-52B9-7701-8DCD46BC8ADC}"/>
              </a:ext>
            </a:extLst>
          </p:cNvPr>
          <p:cNvSpPr/>
          <p:nvPr/>
        </p:nvSpPr>
        <p:spPr>
          <a:xfrm>
            <a:off x="10137396" y="2568558"/>
            <a:ext cx="141756" cy="252930"/>
          </a:xfrm>
          <a:prstGeom prst="upDownArrow">
            <a:avLst/>
          </a:prstGeom>
          <a:solidFill>
            <a:sysClr val="windowText" lastClr="000000">
              <a:lumMod val="65000"/>
              <a:lumOff val="35000"/>
            </a:sysClr>
          </a:solidFill>
          <a:ln w="25400" cap="flat" cmpd="sng" algn="ctr">
            <a:noFill/>
            <a:prstDash val="solid"/>
          </a:ln>
          <a:effectLst/>
        </p:spPr>
        <p:txBody>
          <a:bodyPr anchor="ctr"/>
          <a:lstStyle/>
          <a:p>
            <a:pPr algn="ctr"/>
            <a:endParaRPr lang="en-GB" sz="1050" kern="0">
              <a:solidFill>
                <a:prstClr val="white"/>
              </a:solidFill>
              <a:latin typeface="Gill Sans MT"/>
            </a:endParaRPr>
          </a:p>
        </p:txBody>
      </p:sp>
      <p:cxnSp>
        <p:nvCxnSpPr>
          <p:cNvPr id="42" name="Conector: Angulado 41">
            <a:extLst>
              <a:ext uri="{FF2B5EF4-FFF2-40B4-BE49-F238E27FC236}">
                <a16:creationId xmlns:a16="http://schemas.microsoft.com/office/drawing/2014/main" id="{22B242D6-105D-EBB2-64C3-BDA55544FD6C}"/>
              </a:ext>
            </a:extLst>
          </p:cNvPr>
          <p:cNvCxnSpPr>
            <a:stCxn id="10" idx="2"/>
            <a:endCxn id="19" idx="4"/>
          </p:cNvCxnSpPr>
          <p:nvPr/>
        </p:nvCxnSpPr>
        <p:spPr>
          <a:xfrm rot="5400000">
            <a:off x="7187793" y="1387939"/>
            <a:ext cx="683654" cy="3044895"/>
          </a:xfrm>
          <a:prstGeom prst="bentConnector2">
            <a:avLst/>
          </a:prstGeom>
          <a:solidFill>
            <a:sysClr val="windowText" lastClr="000000">
              <a:lumMod val="65000"/>
              <a:lumOff val="35000"/>
            </a:sysClr>
          </a:solidFill>
          <a:ln w="53975" cap="flat" cmpd="sng" algn="ctr">
            <a:solidFill>
              <a:schemeClr val="accent1">
                <a:lumMod val="50000"/>
              </a:schemeClr>
            </a:solidFill>
            <a:prstDash val="solid"/>
            <a:headEnd type="none"/>
            <a:tailEnd type="triangle"/>
          </a:ln>
          <a:effectLst/>
        </p:spPr>
      </p:cxnSp>
      <p:cxnSp>
        <p:nvCxnSpPr>
          <p:cNvPr id="43" name="Conector: Angulado 42">
            <a:extLst>
              <a:ext uri="{FF2B5EF4-FFF2-40B4-BE49-F238E27FC236}">
                <a16:creationId xmlns:a16="http://schemas.microsoft.com/office/drawing/2014/main" id="{7460999C-639B-CF03-91CD-40A704578DFF}"/>
              </a:ext>
            </a:extLst>
          </p:cNvPr>
          <p:cNvCxnSpPr>
            <a:cxnSpLocks/>
            <a:stCxn id="10" idx="2"/>
            <a:endCxn id="38" idx="2"/>
          </p:cNvCxnSpPr>
          <p:nvPr/>
        </p:nvCxnSpPr>
        <p:spPr>
          <a:xfrm rot="16200000" flipH="1">
            <a:off x="9032906" y="2587720"/>
            <a:ext cx="683654" cy="645332"/>
          </a:xfrm>
          <a:prstGeom prst="bentConnector2">
            <a:avLst/>
          </a:prstGeom>
          <a:solidFill>
            <a:sysClr val="windowText" lastClr="000000">
              <a:lumMod val="65000"/>
              <a:lumOff val="35000"/>
            </a:sysClr>
          </a:solidFill>
          <a:ln w="53975" cap="flat" cmpd="sng" algn="ctr">
            <a:solidFill>
              <a:schemeClr val="accent1">
                <a:lumMod val="50000"/>
              </a:schemeClr>
            </a:solidFill>
            <a:prstDash val="solid"/>
            <a:headEnd type="none"/>
            <a:tailEnd type="triangle"/>
          </a:ln>
          <a:effectLst/>
        </p:spPr>
      </p:cxnSp>
      <p:sp>
        <p:nvSpPr>
          <p:cNvPr id="24" name="Balão de Fala: Retângulo com Cantos Arredondados 23">
            <a:extLst>
              <a:ext uri="{FF2B5EF4-FFF2-40B4-BE49-F238E27FC236}">
                <a16:creationId xmlns:a16="http://schemas.microsoft.com/office/drawing/2014/main" id="{DEE4D129-3624-7199-404F-E40AE238F793}"/>
              </a:ext>
            </a:extLst>
          </p:cNvPr>
          <p:cNvSpPr/>
          <p:nvPr/>
        </p:nvSpPr>
        <p:spPr bwMode="ltGray">
          <a:xfrm>
            <a:off x="8685758" y="3421317"/>
            <a:ext cx="1354334" cy="2422133"/>
          </a:xfrm>
          <a:prstGeom prst="wedgeRoundRectCallout">
            <a:avLst>
              <a:gd name="adj1" fmla="val -30729"/>
              <a:gd name="adj2" fmla="val -79535"/>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From occurrences and timestamps, the report generator aggregates the audience information and generates the report. Also extracts the video segment containing the occurrence</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4" name="Balão de Fala: Retângulo com Cantos Arredondados 33">
            <a:extLst>
              <a:ext uri="{FF2B5EF4-FFF2-40B4-BE49-F238E27FC236}">
                <a16:creationId xmlns:a16="http://schemas.microsoft.com/office/drawing/2014/main" id="{3AA30E7B-3321-BDA2-5AB7-DC743283A55F}"/>
              </a:ext>
            </a:extLst>
          </p:cNvPr>
          <p:cNvSpPr/>
          <p:nvPr/>
        </p:nvSpPr>
        <p:spPr bwMode="ltGray">
          <a:xfrm>
            <a:off x="5604204" y="4101967"/>
            <a:ext cx="1514871" cy="1077169"/>
          </a:xfrm>
          <a:prstGeom prst="wedgeRoundRectCallout">
            <a:avLst>
              <a:gd name="adj1" fmla="val 30801"/>
              <a:gd name="adj2" fmla="val -184270"/>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The Transcription Façade engine processes the files and convert to searchable text</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5" name="Balão de Fala: Retângulo com Cantos Arredondados 34">
            <a:extLst>
              <a:ext uri="{FF2B5EF4-FFF2-40B4-BE49-F238E27FC236}">
                <a16:creationId xmlns:a16="http://schemas.microsoft.com/office/drawing/2014/main" id="{7AC86B0A-C82D-F858-63AD-F9CD2ED28CED}"/>
              </a:ext>
            </a:extLst>
          </p:cNvPr>
          <p:cNvSpPr/>
          <p:nvPr/>
        </p:nvSpPr>
        <p:spPr bwMode="ltGray">
          <a:xfrm>
            <a:off x="7144981" y="4101967"/>
            <a:ext cx="1514871" cy="1556074"/>
          </a:xfrm>
          <a:prstGeom prst="wedgeRoundRectCallout">
            <a:avLst>
              <a:gd name="adj1" fmla="val 5506"/>
              <a:gd name="adj2" fmla="val -144162"/>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a:solidFill>
                  <a:srgbClr val="84AA33">
                    <a:lumMod val="50000"/>
                  </a:srgbClr>
                </a:solidFill>
                <a:latin typeface="Gill Sans MT"/>
              </a:rPr>
              <a:t>The content analyzer processes the received texts, searches for the desired content, and records the timestamp of each occurrence</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Tree>
    <p:extLst>
      <p:ext uri="{BB962C8B-B14F-4D97-AF65-F5344CB8AC3E}">
        <p14:creationId xmlns:p14="http://schemas.microsoft.com/office/powerpoint/2010/main" val="46215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3" grpId="0" animBg="1"/>
      <p:bldP spid="33" grpId="0" animBg="1"/>
      <p:bldP spid="36" grpId="0" animBg="1"/>
      <p:bldP spid="24" grpId="0" animBg="1"/>
      <p:bldP spid="34" grpId="0" animBg="1"/>
      <p:bldP spid="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B07CF-883C-C6F5-D25D-D3F50C3242B8}"/>
            </a:ext>
          </a:extLst>
        </p:cNvPr>
        <p:cNvGrpSpPr/>
        <p:nvPr/>
      </p:nvGrpSpPr>
      <p:grpSpPr>
        <a:xfrm>
          <a:off x="0" y="0"/>
          <a:ext cx="0" cy="0"/>
          <a:chOff x="0" y="0"/>
          <a:chExt cx="0" cy="0"/>
        </a:xfrm>
      </p:grpSpPr>
      <p:sp>
        <p:nvSpPr>
          <p:cNvPr id="6" name="Espaço Reservado para Texto 4">
            <a:extLst>
              <a:ext uri="{FF2B5EF4-FFF2-40B4-BE49-F238E27FC236}">
                <a16:creationId xmlns:a16="http://schemas.microsoft.com/office/drawing/2014/main" id="{2B55D33F-BAC1-D427-4FFD-311B8DF1ED82}"/>
              </a:ext>
            </a:extLst>
          </p:cNvPr>
          <p:cNvSpPr txBox="1">
            <a:spLocks/>
          </p:cNvSpPr>
          <p:nvPr/>
        </p:nvSpPr>
        <p:spPr>
          <a:xfrm>
            <a:off x="703056" y="158031"/>
            <a:ext cx="10444405"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400" b="1" dirty="0">
                <a:solidFill>
                  <a:schemeClr val="accent4"/>
                </a:solidFill>
              </a:rPr>
              <a:t>Billing Process</a:t>
            </a:r>
          </a:p>
        </p:txBody>
      </p:sp>
      <p:sp>
        <p:nvSpPr>
          <p:cNvPr id="2" name="Retângulo: Cantos Arredondados 1">
            <a:extLst>
              <a:ext uri="{FF2B5EF4-FFF2-40B4-BE49-F238E27FC236}">
                <a16:creationId xmlns:a16="http://schemas.microsoft.com/office/drawing/2014/main" id="{63C5461E-5830-182B-E22A-CFA8A0011422}"/>
              </a:ext>
            </a:extLst>
          </p:cNvPr>
          <p:cNvSpPr/>
          <p:nvPr/>
        </p:nvSpPr>
        <p:spPr>
          <a:xfrm>
            <a:off x="6007173" y="1268791"/>
            <a:ext cx="2518742" cy="1716075"/>
          </a:xfrm>
          <a:prstGeom prst="roundRect">
            <a:avLst/>
          </a:prstGeom>
          <a:noFill/>
          <a:ln w="28575">
            <a:solidFill>
              <a:schemeClr val="tx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r"/>
            <a:r>
              <a:rPr lang="en-US" sz="1200" noProof="0">
                <a:solidFill>
                  <a:schemeClr val="accent1">
                    <a:lumMod val="50000"/>
                  </a:schemeClr>
                </a:solidFill>
              </a:rPr>
              <a:t>Mentions AI Engine</a:t>
            </a:r>
          </a:p>
        </p:txBody>
      </p:sp>
      <p:sp>
        <p:nvSpPr>
          <p:cNvPr id="3" name="Retângulo de cantos arredondados 1">
            <a:extLst>
              <a:ext uri="{FF2B5EF4-FFF2-40B4-BE49-F238E27FC236}">
                <a16:creationId xmlns:a16="http://schemas.microsoft.com/office/drawing/2014/main" id="{6CA7BF40-CC4A-69EE-D25E-F82A12D4EB1E}"/>
              </a:ext>
            </a:extLst>
          </p:cNvPr>
          <p:cNvSpPr/>
          <p:nvPr/>
        </p:nvSpPr>
        <p:spPr>
          <a:xfrm>
            <a:off x="2660454"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050" b="0" i="0" u="none" strike="noStrike" kern="0" cap="none" spc="0" normalizeH="0" baseline="0" noProof="0" dirty="0">
                <a:ln>
                  <a:noFill/>
                </a:ln>
                <a:solidFill>
                  <a:prstClr val="white"/>
                </a:solidFill>
                <a:effectLst/>
                <a:uLnTx/>
                <a:uFillTx/>
                <a:latin typeface="Gill Sans MT"/>
                <a:ea typeface="+mn-ea"/>
                <a:cs typeface="+mn-cs"/>
              </a:rPr>
              <a:t>Web Portal</a:t>
            </a:r>
          </a:p>
        </p:txBody>
      </p:sp>
      <p:sp>
        <p:nvSpPr>
          <p:cNvPr id="5" name="Retângulo de cantos arredondados 1">
            <a:extLst>
              <a:ext uri="{FF2B5EF4-FFF2-40B4-BE49-F238E27FC236}">
                <a16:creationId xmlns:a16="http://schemas.microsoft.com/office/drawing/2014/main" id="{82A91B8F-A376-6D3F-4A49-75D9C864E3D2}"/>
              </a:ext>
            </a:extLst>
          </p:cNvPr>
          <p:cNvSpPr/>
          <p:nvPr/>
        </p:nvSpPr>
        <p:spPr>
          <a:xfrm>
            <a:off x="4964709" y="1707112"/>
            <a:ext cx="1005634" cy="861447"/>
          </a:xfrm>
          <a:prstGeom prst="roundRect">
            <a:avLst/>
          </a:prstGeom>
          <a:solidFill>
            <a:schemeClr val="tx1">
              <a:lumMod val="75000"/>
            </a:schemeClr>
          </a:solidFill>
          <a:ln w="25400" cap="flat" cmpd="sng" algn="ctr">
            <a:noFill/>
            <a:prstDash val="solid"/>
          </a:ln>
          <a:effectLst/>
        </p:spPr>
        <p:txBody>
          <a:bodyPr anchor="ctr"/>
          <a:lstStyle/>
          <a:p>
            <a:pPr algn="ctr"/>
            <a:r>
              <a:rPr lang="en-US" sz="1050" kern="0">
                <a:solidFill>
                  <a:schemeClr val="accent1">
                    <a:lumMod val="50000"/>
                  </a:schemeClr>
                </a:solidFill>
                <a:latin typeface="Gill Sans MT"/>
              </a:rPr>
              <a:t>Dispatcher</a:t>
            </a:r>
          </a:p>
        </p:txBody>
      </p:sp>
      <p:sp>
        <p:nvSpPr>
          <p:cNvPr id="7" name="Retângulo de cantos arredondados 1">
            <a:extLst>
              <a:ext uri="{FF2B5EF4-FFF2-40B4-BE49-F238E27FC236}">
                <a16:creationId xmlns:a16="http://schemas.microsoft.com/office/drawing/2014/main" id="{FE69654E-0571-9722-92C1-B8B93E07E206}"/>
              </a:ext>
            </a:extLst>
          </p:cNvPr>
          <p:cNvSpPr/>
          <p:nvPr/>
        </p:nvSpPr>
        <p:spPr>
          <a:xfrm>
            <a:off x="6108127" y="1707112"/>
            <a:ext cx="1156858" cy="861447"/>
          </a:xfrm>
          <a:prstGeom prst="roundRect">
            <a:avLst/>
          </a:prstGeom>
          <a:solidFill>
            <a:schemeClr val="tx1">
              <a:lumMod val="75000"/>
            </a:schemeClr>
          </a:solidFill>
          <a:ln w="25400" cap="flat" cmpd="sng" algn="ctr">
            <a:noFill/>
            <a:prstDash val="solid"/>
          </a:ln>
          <a:effectLst/>
        </p:spPr>
        <p:txBody>
          <a:bodyPr anchor="ctr"/>
          <a:lstStyle/>
          <a:p>
            <a:pPr algn="ctr"/>
            <a:r>
              <a:rPr lang="en-US" sz="1050" kern="0" dirty="0">
                <a:solidFill>
                  <a:schemeClr val="accent1">
                    <a:lumMod val="50000"/>
                  </a:schemeClr>
                </a:solidFill>
                <a:latin typeface="Gill Sans MT"/>
              </a:rPr>
              <a:t>Transcription Façade</a:t>
            </a:r>
          </a:p>
        </p:txBody>
      </p:sp>
      <p:sp>
        <p:nvSpPr>
          <p:cNvPr id="8" name="Retângulo de cantos arredondados 1">
            <a:extLst>
              <a:ext uri="{FF2B5EF4-FFF2-40B4-BE49-F238E27FC236}">
                <a16:creationId xmlns:a16="http://schemas.microsoft.com/office/drawing/2014/main" id="{0FF73960-817F-455B-81CB-4D53F1A9A9EB}"/>
              </a:ext>
            </a:extLst>
          </p:cNvPr>
          <p:cNvSpPr/>
          <p:nvPr/>
        </p:nvSpPr>
        <p:spPr>
          <a:xfrm>
            <a:off x="7399600" y="1709761"/>
            <a:ext cx="1005634" cy="861447"/>
          </a:xfrm>
          <a:prstGeom prst="roundRect">
            <a:avLst/>
          </a:prstGeom>
          <a:solidFill>
            <a:schemeClr val="tx1">
              <a:lumMod val="75000"/>
            </a:schemeClr>
          </a:solidFill>
          <a:ln w="25400" cap="flat" cmpd="sng" algn="ctr">
            <a:noFill/>
            <a:prstDash val="solid"/>
          </a:ln>
          <a:effectLst/>
        </p:spPr>
        <p:txBody>
          <a:bodyPr anchor="ctr"/>
          <a:lstStyle/>
          <a:p>
            <a:pPr algn="ctr"/>
            <a:r>
              <a:rPr lang="en-US" sz="1050" kern="0" dirty="0">
                <a:solidFill>
                  <a:schemeClr val="accent1">
                    <a:lumMod val="50000"/>
                  </a:schemeClr>
                </a:solidFill>
                <a:latin typeface="Gill Sans MT"/>
              </a:rPr>
              <a:t>Content Analyzer</a:t>
            </a:r>
          </a:p>
        </p:txBody>
      </p:sp>
      <p:sp>
        <p:nvSpPr>
          <p:cNvPr id="9" name="Retângulo de cantos arredondados 1">
            <a:extLst>
              <a:ext uri="{FF2B5EF4-FFF2-40B4-BE49-F238E27FC236}">
                <a16:creationId xmlns:a16="http://schemas.microsoft.com/office/drawing/2014/main" id="{3D6B83E2-AACB-F022-49EC-198B0C78BDC0}"/>
              </a:ext>
            </a:extLst>
          </p:cNvPr>
          <p:cNvSpPr/>
          <p:nvPr/>
        </p:nvSpPr>
        <p:spPr>
          <a:xfrm>
            <a:off x="9701378"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noProof="0">
                <a:solidFill>
                  <a:prstClr val="white"/>
                </a:solidFill>
                <a:latin typeface="Gill Sans MT"/>
              </a:rPr>
              <a:t>Web Portal (customer </a:t>
            </a:r>
            <a:r>
              <a:rPr lang="en-US" sz="1050" kern="0" noProof="0" dirty="0" err="1">
                <a:solidFill>
                  <a:prstClr val="white"/>
                </a:solidFill>
                <a:latin typeface="Gill Sans MT"/>
              </a:rPr>
              <a:t>área</a:t>
            </a:r>
            <a:r>
              <a:rPr lang="en-US" sz="1050" kern="0" noProof="0" dirty="0">
                <a:solidFill>
                  <a:prstClr val="white"/>
                </a:solidFill>
                <a:latin typeface="Gill Sans MT"/>
              </a:rPr>
              <a:t>)</a:t>
            </a:r>
            <a:endParaRPr kumimoji="0" lang="en-US" sz="1050" b="0" i="0" u="none" strike="noStrike" kern="0" cap="none" spc="0" normalizeH="0" baseline="0" noProof="0" dirty="0">
              <a:ln>
                <a:noFill/>
              </a:ln>
              <a:solidFill>
                <a:prstClr val="white"/>
              </a:solidFill>
              <a:effectLst/>
              <a:uLnTx/>
              <a:uFillTx/>
              <a:latin typeface="Gill Sans MT"/>
              <a:ea typeface="+mn-ea"/>
              <a:cs typeface="+mn-cs"/>
            </a:endParaRPr>
          </a:p>
        </p:txBody>
      </p:sp>
      <p:sp>
        <p:nvSpPr>
          <p:cNvPr id="10" name="Retângulo de cantos arredondados 1">
            <a:extLst>
              <a:ext uri="{FF2B5EF4-FFF2-40B4-BE49-F238E27FC236}">
                <a16:creationId xmlns:a16="http://schemas.microsoft.com/office/drawing/2014/main" id="{1576FFF2-B279-91B0-3543-0570EA82CD5D}"/>
              </a:ext>
            </a:extLst>
          </p:cNvPr>
          <p:cNvSpPr/>
          <p:nvPr/>
        </p:nvSpPr>
        <p:spPr>
          <a:xfrm>
            <a:off x="8549250" y="1707112"/>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algn="ctr"/>
            <a:r>
              <a:rPr lang="en-US" sz="1050" kern="0" dirty="0">
                <a:solidFill>
                  <a:prstClr val="white"/>
                </a:solidFill>
                <a:latin typeface="Gill Sans MT"/>
              </a:rPr>
              <a:t>Report &amp; </a:t>
            </a:r>
            <a:r>
              <a:rPr lang="en-US" sz="1050" kern="0">
                <a:solidFill>
                  <a:prstClr val="white"/>
                </a:solidFill>
                <a:latin typeface="Gill Sans MT"/>
              </a:rPr>
              <a:t>clip Generator</a:t>
            </a:r>
            <a:endParaRPr lang="en-US" sz="1050" kern="0" dirty="0">
              <a:solidFill>
                <a:prstClr val="white"/>
              </a:solidFill>
              <a:latin typeface="Gill Sans MT"/>
            </a:endParaRPr>
          </a:p>
        </p:txBody>
      </p:sp>
      <p:sp>
        <p:nvSpPr>
          <p:cNvPr id="12" name="Seta: para a Direita 11">
            <a:extLst>
              <a:ext uri="{FF2B5EF4-FFF2-40B4-BE49-F238E27FC236}">
                <a16:creationId xmlns:a16="http://schemas.microsoft.com/office/drawing/2014/main" id="{7CD02E1F-8391-8B7F-C618-E3CB044C0405}"/>
              </a:ext>
            </a:extLst>
          </p:cNvPr>
          <p:cNvSpPr/>
          <p:nvPr/>
        </p:nvSpPr>
        <p:spPr>
          <a:xfrm>
            <a:off x="4681632" y="2067152"/>
            <a:ext cx="288032" cy="144016"/>
          </a:xfrm>
          <a:prstGeom prst="right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13" name="Seta: para a Direita 12">
            <a:extLst>
              <a:ext uri="{FF2B5EF4-FFF2-40B4-BE49-F238E27FC236}">
                <a16:creationId xmlns:a16="http://schemas.microsoft.com/office/drawing/2014/main" id="{63EE535A-3C2D-A672-76D2-2DE82C304349}"/>
              </a:ext>
            </a:extLst>
          </p:cNvPr>
          <p:cNvSpPr/>
          <p:nvPr/>
        </p:nvSpPr>
        <p:spPr>
          <a:xfrm>
            <a:off x="5826327" y="2067152"/>
            <a:ext cx="288032" cy="144016"/>
          </a:xfrm>
          <a:prstGeom prst="right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14" name="Seta: para a Direita 13">
            <a:extLst>
              <a:ext uri="{FF2B5EF4-FFF2-40B4-BE49-F238E27FC236}">
                <a16:creationId xmlns:a16="http://schemas.microsoft.com/office/drawing/2014/main" id="{46CD7830-B254-8CD2-1C06-CC476DBDB513}"/>
              </a:ext>
            </a:extLst>
          </p:cNvPr>
          <p:cNvSpPr/>
          <p:nvPr/>
        </p:nvSpPr>
        <p:spPr>
          <a:xfrm>
            <a:off x="7119075" y="2067152"/>
            <a:ext cx="288032" cy="144016"/>
          </a:xfrm>
          <a:prstGeom prst="right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15" name="Seta: para a Direita 14">
            <a:extLst>
              <a:ext uri="{FF2B5EF4-FFF2-40B4-BE49-F238E27FC236}">
                <a16:creationId xmlns:a16="http://schemas.microsoft.com/office/drawing/2014/main" id="{884AF94A-B6DA-FDA7-4420-24494789A5B5}"/>
              </a:ext>
            </a:extLst>
          </p:cNvPr>
          <p:cNvSpPr/>
          <p:nvPr/>
        </p:nvSpPr>
        <p:spPr>
          <a:xfrm>
            <a:off x="8271129" y="2067152"/>
            <a:ext cx="288032" cy="144016"/>
          </a:xfrm>
          <a:prstGeom prst="right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16" name="Seta: para a Direita 15">
            <a:extLst>
              <a:ext uri="{FF2B5EF4-FFF2-40B4-BE49-F238E27FC236}">
                <a16:creationId xmlns:a16="http://schemas.microsoft.com/office/drawing/2014/main" id="{5F9F89C1-D11E-A444-FCB9-A7A56995A18F}"/>
              </a:ext>
            </a:extLst>
          </p:cNvPr>
          <p:cNvSpPr/>
          <p:nvPr/>
        </p:nvSpPr>
        <p:spPr>
          <a:xfrm>
            <a:off x="9409367" y="2067152"/>
            <a:ext cx="288032" cy="144016"/>
          </a:xfrm>
          <a:prstGeom prst="rightArrow">
            <a:avLst/>
          </a:prstGeom>
          <a:solidFill>
            <a:sysClr val="windowText" lastClr="000000">
              <a:lumMod val="65000"/>
              <a:lumOff val="35000"/>
            </a:sysClr>
          </a:solidFill>
          <a:ln w="25400" cap="flat" cmpd="sng" algn="ctr">
            <a:noFill/>
            <a:prstDash val="solid"/>
          </a:ln>
          <a:effectLst/>
        </p:spPr>
        <p:txBody>
          <a:bodyPr anchor="ctr"/>
          <a:lstStyle/>
          <a:p>
            <a:pPr algn="ctr"/>
            <a:endParaRPr lang="en-GB" sz="1050" kern="0">
              <a:solidFill>
                <a:prstClr val="white"/>
              </a:solidFill>
              <a:latin typeface="Gill Sans MT"/>
            </a:endParaRPr>
          </a:p>
        </p:txBody>
      </p:sp>
      <p:sp>
        <p:nvSpPr>
          <p:cNvPr id="19" name="Fluxograma: Disco Magnético 18">
            <a:extLst>
              <a:ext uri="{FF2B5EF4-FFF2-40B4-BE49-F238E27FC236}">
                <a16:creationId xmlns:a16="http://schemas.microsoft.com/office/drawing/2014/main" id="{36366B8C-E6C0-0164-A91E-6F31A7F33E72}"/>
              </a:ext>
            </a:extLst>
          </p:cNvPr>
          <p:cNvSpPr/>
          <p:nvPr/>
        </p:nvSpPr>
        <p:spPr>
          <a:xfrm>
            <a:off x="4927880" y="2821489"/>
            <a:ext cx="1079292" cy="861447"/>
          </a:xfrm>
          <a:prstGeom prst="flowChartMagneticDisk">
            <a:avLst/>
          </a:prstGeom>
          <a:solidFill>
            <a:schemeClr val="tx1">
              <a:lumMod val="75000"/>
            </a:schemeClr>
          </a:solidFill>
          <a:ln w="25400" cap="flat" cmpd="sng" algn="ctr">
            <a:noFill/>
            <a:prstDash val="solid"/>
          </a:ln>
          <a:effectLst/>
        </p:spPr>
        <p:txBody>
          <a:bodyPr anchor="ctr"/>
          <a:lstStyle/>
          <a:p>
            <a:pPr algn="ctr"/>
            <a:r>
              <a:rPr lang="en-US" sz="1050" kern="0">
                <a:solidFill>
                  <a:schemeClr val="accent1">
                    <a:lumMod val="50000"/>
                  </a:schemeClr>
                </a:solidFill>
                <a:latin typeface="Gill Sans MT"/>
              </a:rPr>
              <a:t>Capture DB (Video Storage)</a:t>
            </a:r>
          </a:p>
        </p:txBody>
      </p:sp>
      <p:sp>
        <p:nvSpPr>
          <p:cNvPr id="21" name="Balão de Fala: Retângulo com Cantos Arredondados 20">
            <a:extLst>
              <a:ext uri="{FF2B5EF4-FFF2-40B4-BE49-F238E27FC236}">
                <a16:creationId xmlns:a16="http://schemas.microsoft.com/office/drawing/2014/main" id="{8BBDBEA5-72B0-B7EA-4F23-473AB557B479}"/>
              </a:ext>
            </a:extLst>
          </p:cNvPr>
          <p:cNvSpPr/>
          <p:nvPr/>
        </p:nvSpPr>
        <p:spPr bwMode="ltGray">
          <a:xfrm>
            <a:off x="648464" y="1441215"/>
            <a:ext cx="1431692" cy="1776042"/>
          </a:xfrm>
          <a:prstGeom prst="wedgeRoundRectCallout">
            <a:avLst>
              <a:gd name="adj1" fmla="val 89004"/>
              <a:gd name="adj2" fmla="val -9629"/>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kern="0" noProof="0" dirty="0">
                <a:solidFill>
                  <a:srgbClr val="84AA33">
                    <a:lumMod val="50000"/>
                  </a:srgbClr>
                </a:solidFill>
                <a:latin typeface="Gill Sans MT"/>
              </a:rPr>
              <a:t>Customer browse thru program grid and chooses </a:t>
            </a:r>
            <a:r>
              <a:rPr lang="en-US" sz="1100" kern="0" dirty="0">
                <a:solidFill>
                  <a:srgbClr val="84AA33">
                    <a:lumMod val="50000"/>
                  </a:srgbClr>
                </a:solidFill>
                <a:latin typeface="Gill Sans MT"/>
              </a:rPr>
              <a:t>region, broadcaster, days, programs, shows, etc. Also provide content to Search for (key words).</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22" name="Seta: de Cima para Baixo 21">
            <a:extLst>
              <a:ext uri="{FF2B5EF4-FFF2-40B4-BE49-F238E27FC236}">
                <a16:creationId xmlns:a16="http://schemas.microsoft.com/office/drawing/2014/main" id="{9B82E6E0-88E7-4283-D30A-C20933902AA3}"/>
              </a:ext>
            </a:extLst>
          </p:cNvPr>
          <p:cNvSpPr/>
          <p:nvPr/>
        </p:nvSpPr>
        <p:spPr>
          <a:xfrm>
            <a:off x="5367877" y="2568558"/>
            <a:ext cx="141756" cy="252930"/>
          </a:xfrm>
          <a:prstGeom prst="upDown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23" name="Balão de Fala: Retângulo com Cantos Arredondados 22">
            <a:extLst>
              <a:ext uri="{FF2B5EF4-FFF2-40B4-BE49-F238E27FC236}">
                <a16:creationId xmlns:a16="http://schemas.microsoft.com/office/drawing/2014/main" id="{E5D71BEB-2C3D-2150-65B2-C82459DF3F36}"/>
              </a:ext>
            </a:extLst>
          </p:cNvPr>
          <p:cNvSpPr/>
          <p:nvPr/>
        </p:nvSpPr>
        <p:spPr bwMode="ltGray">
          <a:xfrm>
            <a:off x="396692" y="3640745"/>
            <a:ext cx="2037233" cy="1688902"/>
          </a:xfrm>
          <a:prstGeom prst="wedgeRoundRectCallout">
            <a:avLst>
              <a:gd name="adj1" fmla="val 59687"/>
              <a:gd name="adj2" fmla="val -37846"/>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The setup created by the client is sent to a billing engine, which evaluates the processing effort against a price table (TBD) based on the number of channels, regions, schedules, number of selected terms, local taxes among other factors</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29" name="Retângulo de cantos arredondados 1">
            <a:extLst>
              <a:ext uri="{FF2B5EF4-FFF2-40B4-BE49-F238E27FC236}">
                <a16:creationId xmlns:a16="http://schemas.microsoft.com/office/drawing/2014/main" id="{DC7ECF02-81FA-6127-002C-8AC4E00F659B}"/>
              </a:ext>
            </a:extLst>
          </p:cNvPr>
          <p:cNvSpPr/>
          <p:nvPr/>
        </p:nvSpPr>
        <p:spPr>
          <a:xfrm>
            <a:off x="3812581" y="1707112"/>
            <a:ext cx="1005634" cy="861447"/>
          </a:xfrm>
          <a:prstGeom prst="roundRect">
            <a:avLst/>
          </a:prstGeom>
          <a:solidFill>
            <a:schemeClr val="tx1">
              <a:lumMod val="75000"/>
            </a:scheme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50" kern="0" noProof="0">
                <a:solidFill>
                  <a:schemeClr val="accent1">
                    <a:lumMod val="50000"/>
                  </a:schemeClr>
                </a:solidFill>
                <a:latin typeface="Gill Sans MT"/>
              </a:rPr>
              <a:t>Scheduler</a:t>
            </a:r>
            <a:endParaRPr kumimoji="0" lang="en-US" sz="1050" b="0" i="0" u="none" strike="noStrike" kern="0" cap="none" spc="0" normalizeH="0" baseline="0" noProof="0">
              <a:ln>
                <a:noFill/>
              </a:ln>
              <a:solidFill>
                <a:schemeClr val="accent1">
                  <a:lumMod val="50000"/>
                </a:schemeClr>
              </a:solidFill>
              <a:effectLst/>
              <a:uLnTx/>
              <a:uFillTx/>
              <a:latin typeface="Gill Sans MT"/>
            </a:endParaRPr>
          </a:p>
        </p:txBody>
      </p:sp>
      <p:sp>
        <p:nvSpPr>
          <p:cNvPr id="32" name="Seta: para a Direita 31">
            <a:extLst>
              <a:ext uri="{FF2B5EF4-FFF2-40B4-BE49-F238E27FC236}">
                <a16:creationId xmlns:a16="http://schemas.microsoft.com/office/drawing/2014/main" id="{2EC84E43-8CBD-CBDE-357F-41DE4A4C40A5}"/>
              </a:ext>
            </a:extLst>
          </p:cNvPr>
          <p:cNvSpPr/>
          <p:nvPr/>
        </p:nvSpPr>
        <p:spPr>
          <a:xfrm rot="5400000">
            <a:off x="2821497" y="2883665"/>
            <a:ext cx="861447" cy="231233"/>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33" name="Balão de Fala: Retângulo com Cantos Arredondados 32">
            <a:extLst>
              <a:ext uri="{FF2B5EF4-FFF2-40B4-BE49-F238E27FC236}">
                <a16:creationId xmlns:a16="http://schemas.microsoft.com/office/drawing/2014/main" id="{ECA7EBFF-3872-5F4C-4613-D103246B284D}"/>
              </a:ext>
            </a:extLst>
          </p:cNvPr>
          <p:cNvSpPr/>
          <p:nvPr/>
        </p:nvSpPr>
        <p:spPr bwMode="ltGray">
          <a:xfrm>
            <a:off x="3058649" y="5130895"/>
            <a:ext cx="2169891" cy="1081328"/>
          </a:xfrm>
          <a:prstGeom prst="wedgeRoundRectCallout">
            <a:avLst>
              <a:gd name="adj1" fmla="val -33580"/>
              <a:gd name="adj2" fmla="val -70745"/>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Commercial process takes place outside the system, involving the creation of a commercial proposal, negotiation, contract, and approval</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6" name="Balão de Fala: Retângulo com Cantos Arredondados 35">
            <a:extLst>
              <a:ext uri="{FF2B5EF4-FFF2-40B4-BE49-F238E27FC236}">
                <a16:creationId xmlns:a16="http://schemas.microsoft.com/office/drawing/2014/main" id="{0E42BBC2-5D88-0799-F055-34871D0F6403}"/>
              </a:ext>
            </a:extLst>
          </p:cNvPr>
          <p:cNvSpPr/>
          <p:nvPr/>
        </p:nvSpPr>
        <p:spPr bwMode="ltGray">
          <a:xfrm>
            <a:off x="10134610" y="319575"/>
            <a:ext cx="1354334" cy="934909"/>
          </a:xfrm>
          <a:prstGeom prst="wedgeRoundRectCallout">
            <a:avLst>
              <a:gd name="adj1" fmla="val -32014"/>
              <a:gd name="adj2" fmla="val 81049"/>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Billing Reports are published in each client’s area on the web portal</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8" name="Fluxograma: Disco Magnético 37">
            <a:extLst>
              <a:ext uri="{FF2B5EF4-FFF2-40B4-BE49-F238E27FC236}">
                <a16:creationId xmlns:a16="http://schemas.microsoft.com/office/drawing/2014/main" id="{D6BAE41F-29C8-A4C0-0FC3-D016BBB74073}"/>
              </a:ext>
            </a:extLst>
          </p:cNvPr>
          <p:cNvSpPr/>
          <p:nvPr/>
        </p:nvSpPr>
        <p:spPr>
          <a:xfrm>
            <a:off x="9697399" y="2821489"/>
            <a:ext cx="1079292" cy="861447"/>
          </a:xfrm>
          <a:prstGeom prst="flowChartMagneticDisk">
            <a:avLst/>
          </a:prstGeom>
          <a:solidFill>
            <a:schemeClr val="tx1">
              <a:lumMod val="75000"/>
            </a:schemeClr>
          </a:solidFill>
          <a:ln w="25400" cap="flat" cmpd="sng" algn="ctr">
            <a:noFill/>
            <a:prstDash val="solid"/>
          </a:ln>
          <a:effectLst/>
        </p:spPr>
        <p:txBody>
          <a:bodyPr anchor="ctr"/>
          <a:lstStyle/>
          <a:p>
            <a:pPr algn="ctr"/>
            <a:r>
              <a:rPr lang="en-US" sz="1050" kern="0" dirty="0">
                <a:solidFill>
                  <a:schemeClr val="accent1">
                    <a:lumMod val="50000"/>
                  </a:schemeClr>
                </a:solidFill>
                <a:latin typeface="Gill Sans MT"/>
              </a:rPr>
              <a:t>Clip Storage</a:t>
            </a:r>
          </a:p>
        </p:txBody>
      </p:sp>
      <p:sp>
        <p:nvSpPr>
          <p:cNvPr id="39" name="Seta: de Cima para Baixo 38">
            <a:extLst>
              <a:ext uri="{FF2B5EF4-FFF2-40B4-BE49-F238E27FC236}">
                <a16:creationId xmlns:a16="http://schemas.microsoft.com/office/drawing/2014/main" id="{B2CCD726-BA2B-9AF3-2910-E6E5C4077F2A}"/>
              </a:ext>
            </a:extLst>
          </p:cNvPr>
          <p:cNvSpPr/>
          <p:nvPr/>
        </p:nvSpPr>
        <p:spPr>
          <a:xfrm>
            <a:off x="10137396" y="2568558"/>
            <a:ext cx="141756" cy="252930"/>
          </a:xfrm>
          <a:prstGeom prst="upDownArrow">
            <a:avLst/>
          </a:prstGeom>
          <a:solidFill>
            <a:schemeClr val="tx1">
              <a:lumMod val="75000"/>
            </a:schemeClr>
          </a:solidFill>
          <a:ln w="25400" cap="flat" cmpd="sng" algn="ctr">
            <a:noFill/>
            <a:prstDash val="solid"/>
          </a:ln>
          <a:effectLst/>
        </p:spPr>
        <p:txBody>
          <a:bodyPr anchor="ctr"/>
          <a:lstStyle/>
          <a:p>
            <a:pPr algn="ctr"/>
            <a:endParaRPr lang="en-GB" sz="1050" kern="0">
              <a:solidFill>
                <a:schemeClr val="accent1">
                  <a:lumMod val="50000"/>
                </a:schemeClr>
              </a:solidFill>
              <a:latin typeface="Gill Sans MT"/>
            </a:endParaRPr>
          </a:p>
        </p:txBody>
      </p:sp>
      <p:sp>
        <p:nvSpPr>
          <p:cNvPr id="24" name="Balão de Fala: Retângulo com Cantos Arredondados 23">
            <a:extLst>
              <a:ext uri="{FF2B5EF4-FFF2-40B4-BE49-F238E27FC236}">
                <a16:creationId xmlns:a16="http://schemas.microsoft.com/office/drawing/2014/main" id="{7A9EDF20-6251-681D-1325-5EBAFE85FD20}"/>
              </a:ext>
            </a:extLst>
          </p:cNvPr>
          <p:cNvSpPr/>
          <p:nvPr/>
        </p:nvSpPr>
        <p:spPr bwMode="ltGray">
          <a:xfrm>
            <a:off x="6840022" y="3209444"/>
            <a:ext cx="1709228" cy="1437389"/>
          </a:xfrm>
          <a:prstGeom prst="wedgeRoundRectCallout">
            <a:avLst>
              <a:gd name="adj1" fmla="val 56746"/>
              <a:gd name="adj2" fmla="val -90121"/>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The Reporting tool also tracks completed tasks, generating billing data for the client portal and forwarding it to Accounts Receivable in the ERP system</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25" name="Retângulo de cantos arredondados 1">
            <a:extLst>
              <a:ext uri="{FF2B5EF4-FFF2-40B4-BE49-F238E27FC236}">
                <a16:creationId xmlns:a16="http://schemas.microsoft.com/office/drawing/2014/main" id="{62108316-16B0-D890-AE79-9CFB37BDDBBB}"/>
              </a:ext>
            </a:extLst>
          </p:cNvPr>
          <p:cNvSpPr/>
          <p:nvPr/>
        </p:nvSpPr>
        <p:spPr>
          <a:xfrm>
            <a:off x="2660454" y="3434139"/>
            <a:ext cx="1005634" cy="861447"/>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000" kern="0" noProof="0" dirty="0">
                <a:solidFill>
                  <a:prstClr val="white"/>
                </a:solidFill>
                <a:latin typeface="Gill Sans MT"/>
              </a:rPr>
              <a:t>Billing Calculator</a:t>
            </a:r>
            <a:endParaRPr kumimoji="0" lang="en-US" sz="1000" b="0" i="0" u="none" strike="noStrike" kern="0" cap="none" spc="0" normalizeH="0" baseline="0" noProof="0" dirty="0">
              <a:ln>
                <a:noFill/>
              </a:ln>
              <a:solidFill>
                <a:prstClr val="white"/>
              </a:solidFill>
              <a:effectLst/>
              <a:uLnTx/>
              <a:uFillTx/>
              <a:latin typeface="Gill Sans MT"/>
              <a:ea typeface="+mn-ea"/>
              <a:cs typeface="+mn-cs"/>
            </a:endParaRPr>
          </a:p>
        </p:txBody>
      </p:sp>
      <p:sp>
        <p:nvSpPr>
          <p:cNvPr id="26" name="Retângulo de cantos arredondados 1">
            <a:extLst>
              <a:ext uri="{FF2B5EF4-FFF2-40B4-BE49-F238E27FC236}">
                <a16:creationId xmlns:a16="http://schemas.microsoft.com/office/drawing/2014/main" id="{8ACABF6B-E4C1-1F35-503A-DCC34E9CCE4B}"/>
              </a:ext>
            </a:extLst>
          </p:cNvPr>
          <p:cNvSpPr/>
          <p:nvPr/>
        </p:nvSpPr>
        <p:spPr>
          <a:xfrm>
            <a:off x="2632352" y="4485196"/>
            <a:ext cx="1683046" cy="400313"/>
          </a:xfrm>
          <a:prstGeom prst="roundRect">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050" b="0" i="0" u="none" strike="noStrike" kern="0" cap="none" spc="0" normalizeH="0" baseline="0" noProof="0" dirty="0" err="1">
                <a:ln>
                  <a:noFill/>
                </a:ln>
                <a:solidFill>
                  <a:prstClr val="white"/>
                </a:solidFill>
                <a:effectLst/>
                <a:uLnTx/>
                <a:uFillTx/>
                <a:latin typeface="Gill Sans MT"/>
                <a:ea typeface="+mn-ea"/>
                <a:cs typeface="+mn-cs"/>
              </a:rPr>
              <a:t>Account</a:t>
            </a:r>
            <a:r>
              <a:rPr kumimoji="0" lang="pt-BR" sz="1050" b="0" i="0" u="none" strike="noStrike" kern="0" cap="none" spc="0" normalizeH="0" baseline="0" noProof="0" dirty="0">
                <a:ln>
                  <a:noFill/>
                </a:ln>
                <a:solidFill>
                  <a:prstClr val="white"/>
                </a:solidFill>
                <a:effectLst/>
                <a:uLnTx/>
                <a:uFillTx/>
                <a:latin typeface="Gill Sans MT"/>
                <a:ea typeface="+mn-ea"/>
                <a:cs typeface="+mn-cs"/>
              </a:rPr>
              <a:t> Manager</a:t>
            </a:r>
          </a:p>
        </p:txBody>
      </p:sp>
      <p:sp>
        <p:nvSpPr>
          <p:cNvPr id="27" name="Seta: para a Direita 26">
            <a:extLst>
              <a:ext uri="{FF2B5EF4-FFF2-40B4-BE49-F238E27FC236}">
                <a16:creationId xmlns:a16="http://schemas.microsoft.com/office/drawing/2014/main" id="{3510EBD5-D1C1-4B73-C55B-E396A6C35C63}"/>
              </a:ext>
            </a:extLst>
          </p:cNvPr>
          <p:cNvSpPr/>
          <p:nvPr/>
        </p:nvSpPr>
        <p:spPr>
          <a:xfrm rot="16200000">
            <a:off x="3172261" y="3441704"/>
            <a:ext cx="1916638" cy="170345"/>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28" name="Balão de Fala: Retângulo com Cantos Arredondados 27">
            <a:extLst>
              <a:ext uri="{FF2B5EF4-FFF2-40B4-BE49-F238E27FC236}">
                <a16:creationId xmlns:a16="http://schemas.microsoft.com/office/drawing/2014/main" id="{5AA62341-3DE1-1B35-649B-B4BD6F9B618C}"/>
              </a:ext>
            </a:extLst>
          </p:cNvPr>
          <p:cNvSpPr/>
          <p:nvPr/>
        </p:nvSpPr>
        <p:spPr bwMode="ltGray">
          <a:xfrm>
            <a:off x="4448579" y="4081351"/>
            <a:ext cx="2169891" cy="692153"/>
          </a:xfrm>
          <a:prstGeom prst="wedgeRoundRectCallout">
            <a:avLst>
              <a:gd name="adj1" fmla="val -61272"/>
              <a:gd name="adj2" fmla="val -100941"/>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Upon approval of the commercial proposal, the client scheduler is activated and service starts!</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sp>
        <p:nvSpPr>
          <p:cNvPr id="37" name="Seta: para a Direita 36">
            <a:extLst>
              <a:ext uri="{FF2B5EF4-FFF2-40B4-BE49-F238E27FC236}">
                <a16:creationId xmlns:a16="http://schemas.microsoft.com/office/drawing/2014/main" id="{9858D461-96C6-3F14-2AF9-BD4EC76224D6}"/>
              </a:ext>
            </a:extLst>
          </p:cNvPr>
          <p:cNvSpPr/>
          <p:nvPr/>
        </p:nvSpPr>
        <p:spPr>
          <a:xfrm rot="5400000">
            <a:off x="7877550" y="3652940"/>
            <a:ext cx="2399998" cy="231233"/>
          </a:xfrm>
          <a:prstGeom prst="rightArrow">
            <a:avLst/>
          </a:prstGeom>
          <a:solidFill>
            <a:sysClr val="windowText" lastClr="000000">
              <a:lumMod val="65000"/>
              <a:lumOff val="35000"/>
            </a:sysClr>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white"/>
              </a:solidFill>
              <a:effectLst/>
              <a:uLnTx/>
              <a:uFillTx/>
              <a:latin typeface="Gill Sans MT"/>
              <a:ea typeface="+mn-ea"/>
              <a:cs typeface="+mn-cs"/>
            </a:endParaRPr>
          </a:p>
        </p:txBody>
      </p:sp>
      <p:sp>
        <p:nvSpPr>
          <p:cNvPr id="40" name="Retângulo: Cantos Arredondados 39">
            <a:extLst>
              <a:ext uri="{FF2B5EF4-FFF2-40B4-BE49-F238E27FC236}">
                <a16:creationId xmlns:a16="http://schemas.microsoft.com/office/drawing/2014/main" id="{D5D5DBA6-1EF2-1309-8063-59A5920C6C04}"/>
              </a:ext>
            </a:extLst>
          </p:cNvPr>
          <p:cNvSpPr/>
          <p:nvPr/>
        </p:nvSpPr>
        <p:spPr>
          <a:xfrm>
            <a:off x="8120346" y="4968554"/>
            <a:ext cx="1932380" cy="562774"/>
          </a:xfrm>
          <a:prstGeom prst="roundRect">
            <a:avLst/>
          </a:prstGeom>
          <a:solidFill>
            <a:srgbClr val="004D86"/>
          </a:solidFill>
          <a:ln>
            <a:solidFill>
              <a:srgbClr val="00396F"/>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pt-BR" sz="1400" dirty="0"/>
              <a:t>A|X Dynamics ERP</a:t>
            </a:r>
          </a:p>
        </p:txBody>
      </p:sp>
      <p:sp>
        <p:nvSpPr>
          <p:cNvPr id="41" name="Balão de Fala: Retângulo com Cantos Arredondados 40">
            <a:extLst>
              <a:ext uri="{FF2B5EF4-FFF2-40B4-BE49-F238E27FC236}">
                <a16:creationId xmlns:a16="http://schemas.microsoft.com/office/drawing/2014/main" id="{9244CD6F-EC47-6515-8BFC-0EFF874ACE6E}"/>
              </a:ext>
            </a:extLst>
          </p:cNvPr>
          <p:cNvSpPr/>
          <p:nvPr/>
        </p:nvSpPr>
        <p:spPr bwMode="ltGray">
          <a:xfrm>
            <a:off x="10450406" y="4293257"/>
            <a:ext cx="1446226" cy="1333419"/>
          </a:xfrm>
          <a:prstGeom prst="wedgeRoundRectCallout">
            <a:avLst>
              <a:gd name="adj1" fmla="val -77025"/>
              <a:gd name="adj2" fmla="val 19594"/>
              <a:gd name="adj3" fmla="val 16667"/>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defRPr/>
            </a:pPr>
            <a:r>
              <a:rPr lang="en-GB" sz="1100" kern="0" dirty="0">
                <a:solidFill>
                  <a:srgbClr val="84AA33">
                    <a:lumMod val="50000"/>
                  </a:srgbClr>
                </a:solidFill>
                <a:latin typeface="Gill Sans MT"/>
              </a:rPr>
              <a:t>ERP generates the invoice and feeds Accounts Receivable and accounting workflows.</a:t>
            </a:r>
            <a:endParaRPr kumimoji="0" lang="en-US" sz="1100" b="0" i="0" u="none" strike="noStrike" kern="0" cap="none" spc="0" normalizeH="0" baseline="0" noProof="0" dirty="0">
              <a:ln>
                <a:noFill/>
              </a:ln>
              <a:solidFill>
                <a:srgbClr val="84AA33">
                  <a:lumMod val="50000"/>
                </a:srgbClr>
              </a:solidFill>
              <a:effectLst/>
              <a:uLnTx/>
              <a:uFillTx/>
              <a:latin typeface="Gill Sans MT"/>
              <a:ea typeface="+mn-ea"/>
              <a:cs typeface="+mn-cs"/>
            </a:endParaRPr>
          </a:p>
        </p:txBody>
      </p:sp>
      <p:grpSp>
        <p:nvGrpSpPr>
          <p:cNvPr id="49" name="Agrupar 48">
            <a:extLst>
              <a:ext uri="{FF2B5EF4-FFF2-40B4-BE49-F238E27FC236}">
                <a16:creationId xmlns:a16="http://schemas.microsoft.com/office/drawing/2014/main" id="{A6D71102-D652-84C5-A32C-7B1D24EDF978}"/>
              </a:ext>
            </a:extLst>
          </p:cNvPr>
          <p:cNvGrpSpPr/>
          <p:nvPr/>
        </p:nvGrpSpPr>
        <p:grpSpPr>
          <a:xfrm>
            <a:off x="5134409" y="5240835"/>
            <a:ext cx="2686117" cy="692153"/>
            <a:chOff x="5134409" y="5240835"/>
            <a:chExt cx="2686117" cy="692153"/>
          </a:xfrm>
        </p:grpSpPr>
        <p:sp>
          <p:nvSpPr>
            <p:cNvPr id="46" name="Seta: para a Direita 45">
              <a:extLst>
                <a:ext uri="{FF2B5EF4-FFF2-40B4-BE49-F238E27FC236}">
                  <a16:creationId xmlns:a16="http://schemas.microsoft.com/office/drawing/2014/main" id="{AD1517B3-2381-ECA2-0BFC-E98B57CBFCBD}"/>
                </a:ext>
              </a:extLst>
            </p:cNvPr>
            <p:cNvSpPr/>
            <p:nvPr/>
          </p:nvSpPr>
          <p:spPr>
            <a:xfrm>
              <a:off x="6398524" y="5322300"/>
              <a:ext cx="1422002" cy="115974"/>
            </a:xfrm>
            <a:prstGeom prst="rightArrow">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100" kern="0">
                <a:solidFill>
                  <a:srgbClr val="84AA33">
                    <a:lumMod val="50000"/>
                  </a:srgbClr>
                </a:solidFill>
                <a:latin typeface="Gill Sans MT"/>
              </a:endParaRPr>
            </a:p>
          </p:txBody>
        </p:sp>
        <p:sp>
          <p:nvSpPr>
            <p:cNvPr id="45" name="Seta: para a Direita 44">
              <a:extLst>
                <a:ext uri="{FF2B5EF4-FFF2-40B4-BE49-F238E27FC236}">
                  <a16:creationId xmlns:a16="http://schemas.microsoft.com/office/drawing/2014/main" id="{7C8643A4-322A-EBCD-1CE7-B8E5E391BE13}"/>
                </a:ext>
              </a:extLst>
            </p:cNvPr>
            <p:cNvSpPr/>
            <p:nvPr/>
          </p:nvSpPr>
          <p:spPr>
            <a:xfrm>
              <a:off x="5134409" y="5599550"/>
              <a:ext cx="288032" cy="144016"/>
            </a:xfrm>
            <a:prstGeom prst="rightArrow">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GB" sz="1100" kern="0">
                <a:solidFill>
                  <a:srgbClr val="84AA33">
                    <a:lumMod val="50000"/>
                  </a:srgbClr>
                </a:solidFill>
                <a:latin typeface="Gill Sans MT"/>
              </a:endParaRPr>
            </a:p>
          </p:txBody>
        </p:sp>
        <p:sp>
          <p:nvSpPr>
            <p:cNvPr id="44" name="Retângulo de cantos arredondados 1">
              <a:extLst>
                <a:ext uri="{FF2B5EF4-FFF2-40B4-BE49-F238E27FC236}">
                  <a16:creationId xmlns:a16="http://schemas.microsoft.com/office/drawing/2014/main" id="{30C18390-C5F3-451C-5C64-96D33AAF8178}"/>
                </a:ext>
              </a:extLst>
            </p:cNvPr>
            <p:cNvSpPr/>
            <p:nvPr/>
          </p:nvSpPr>
          <p:spPr>
            <a:xfrm>
              <a:off x="5422441" y="5240835"/>
              <a:ext cx="1257240" cy="692153"/>
            </a:xfrm>
            <a:prstGeom prst="roundRect">
              <a:avLst/>
            </a:prstGeom>
            <a:solidFill>
              <a:srgbClr val="475A8D">
                <a:lumMod val="40000"/>
                <a:lumOff val="60000"/>
              </a:srgbClr>
            </a:solidFill>
            <a:ln w="12700" cap="flat" cmpd="sng" algn="ctr">
              <a:noFill/>
              <a:prstDash val="soli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100" kern="0" dirty="0">
                  <a:solidFill>
                    <a:srgbClr val="84AA33">
                      <a:lumMod val="50000"/>
                    </a:srgbClr>
                  </a:solidFill>
                  <a:latin typeface="Gill Sans MT"/>
                </a:rPr>
                <a:t>Client acquisition Process to ERP (new clients)</a:t>
              </a:r>
            </a:p>
          </p:txBody>
        </p:sp>
      </p:grpSp>
    </p:spTree>
    <p:extLst>
      <p:ext uri="{BB962C8B-B14F-4D97-AF65-F5344CB8AC3E}">
        <p14:creationId xmlns:p14="http://schemas.microsoft.com/office/powerpoint/2010/main" val="95715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33" grpId="0" animBg="1"/>
      <p:bldP spid="36" grpId="0" animBg="1"/>
      <p:bldP spid="24" grpId="0" animBg="1"/>
      <p:bldP spid="28" grpId="0" animBg="1"/>
      <p:bldP spid="37" grpId="0" animBg="1"/>
      <p:bldP spid="40" grpId="0" animBg="1"/>
      <p:bldP spid="4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77048-E66B-F382-BBED-3A13C9B04EAE}"/>
            </a:ext>
          </a:extLst>
        </p:cNvPr>
        <p:cNvGrpSpPr/>
        <p:nvPr/>
      </p:nvGrpSpPr>
      <p:grpSpPr>
        <a:xfrm>
          <a:off x="0" y="0"/>
          <a:ext cx="0" cy="0"/>
          <a:chOff x="0" y="0"/>
          <a:chExt cx="0" cy="0"/>
        </a:xfrm>
      </p:grpSpPr>
      <p:sp>
        <p:nvSpPr>
          <p:cNvPr id="6" name="Espaço Reservado para Texto 4">
            <a:extLst>
              <a:ext uri="{FF2B5EF4-FFF2-40B4-BE49-F238E27FC236}">
                <a16:creationId xmlns:a16="http://schemas.microsoft.com/office/drawing/2014/main" id="{713F16FA-DD86-AFD8-D4F0-B937BE7DA555}"/>
              </a:ext>
            </a:extLst>
          </p:cNvPr>
          <p:cNvSpPr txBox="1">
            <a:spLocks/>
          </p:cNvSpPr>
          <p:nvPr/>
        </p:nvSpPr>
        <p:spPr>
          <a:xfrm>
            <a:off x="703056" y="497671"/>
            <a:ext cx="10444405"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z="2400" b="1" dirty="0">
                <a:solidFill>
                  <a:schemeClr val="accent4"/>
                </a:solidFill>
              </a:rPr>
              <a:t>Other aspects:</a:t>
            </a:r>
          </a:p>
          <a:p>
            <a:pPr marL="285750" indent="-285750">
              <a:lnSpc>
                <a:spcPct val="150000"/>
              </a:lnSpc>
              <a:buFont typeface="Arial" panose="020B0604020202020204" pitchFamily="34" charset="0"/>
              <a:buChar char="•"/>
            </a:pPr>
            <a:r>
              <a:rPr lang="en-GB" dirty="0">
                <a:solidFill>
                  <a:schemeClr val="bg1"/>
                </a:solidFill>
              </a:rPr>
              <a:t>It will be able to serve multiple clients simultaneously, with on-demand hardware capacity scaling.</a:t>
            </a:r>
          </a:p>
          <a:p>
            <a:pPr marL="285750" indent="-285750">
              <a:lnSpc>
                <a:spcPct val="150000"/>
              </a:lnSpc>
              <a:buFont typeface="Arial" panose="020B0604020202020204" pitchFamily="34" charset="0"/>
              <a:buChar char="•"/>
            </a:pPr>
            <a:r>
              <a:rPr lang="en-GB" dirty="0">
                <a:solidFill>
                  <a:schemeClr val="bg1"/>
                </a:solidFill>
              </a:rPr>
              <a:t>For scope increases in an active client, no human intervention is required.</a:t>
            </a:r>
          </a:p>
          <a:p>
            <a:pPr marL="285750" indent="-285750">
              <a:lnSpc>
                <a:spcPct val="150000"/>
              </a:lnSpc>
              <a:buFont typeface="Arial" panose="020B0604020202020204" pitchFamily="34" charset="0"/>
              <a:buChar char="•"/>
            </a:pPr>
            <a:r>
              <a:rPr lang="en-GB" dirty="0">
                <a:solidFill>
                  <a:schemeClr val="bg1"/>
                </a:solidFill>
              </a:rPr>
              <a:t>Video clips containing the desired topic will include a few extra seconds for context.</a:t>
            </a:r>
          </a:p>
          <a:p>
            <a:pPr marL="285750" indent="-285750">
              <a:lnSpc>
                <a:spcPct val="150000"/>
              </a:lnSpc>
              <a:buFont typeface="Arial" panose="020B0604020202020204" pitchFamily="34" charset="0"/>
              <a:buChar char="•"/>
            </a:pPr>
            <a:r>
              <a:rPr lang="en-GB" dirty="0">
                <a:solidFill>
                  <a:schemeClr val="bg1"/>
                </a:solidFill>
              </a:rPr>
              <a:t>Accounting, tax, and financial aspects are resolved upfront, before the service begins.</a:t>
            </a:r>
          </a:p>
          <a:p>
            <a:pPr marL="285750" indent="-285750">
              <a:lnSpc>
                <a:spcPct val="150000"/>
              </a:lnSpc>
              <a:buFont typeface="Arial" panose="020B0604020202020204" pitchFamily="34" charset="0"/>
              <a:buChar char="•"/>
            </a:pPr>
            <a:r>
              <a:rPr lang="en-GB" dirty="0">
                <a:solidFill>
                  <a:schemeClr val="bg1"/>
                </a:solidFill>
              </a:rPr>
              <a:t>The optional audience feature will have separate pricing and scope restrictions to avoid cannibalizing other products.</a:t>
            </a:r>
          </a:p>
          <a:p>
            <a:pPr marL="285750" indent="-285750">
              <a:lnSpc>
                <a:spcPct val="150000"/>
              </a:lnSpc>
              <a:buFont typeface="Arial" panose="020B0604020202020204" pitchFamily="34" charset="0"/>
              <a:buChar char="•"/>
            </a:pPr>
            <a:r>
              <a:rPr lang="en-GB" dirty="0">
                <a:solidFill>
                  <a:schemeClr val="bg1"/>
                </a:solidFill>
              </a:rPr>
              <a:t>In a future phase, the portal may incorporate video image-recognition capabilities (</a:t>
            </a:r>
            <a:r>
              <a:rPr lang="en-GB" dirty="0" err="1">
                <a:solidFill>
                  <a:schemeClr val="bg1"/>
                </a:solidFill>
              </a:rPr>
              <a:t>YoLo</a:t>
            </a:r>
            <a:r>
              <a:rPr lang="en-GB" dirty="0">
                <a:solidFill>
                  <a:schemeClr val="bg1"/>
                </a:solidFill>
              </a:rPr>
              <a:t>).Mentions works in any language, allowing the solution to be offered in any region.</a:t>
            </a:r>
          </a:p>
          <a:p>
            <a:pPr>
              <a:lnSpc>
                <a:spcPct val="150000"/>
              </a:lnSpc>
            </a:pPr>
            <a:r>
              <a:rPr lang="en-GB" b="1" dirty="0">
                <a:solidFill>
                  <a:schemeClr val="bg1"/>
                </a:solidFill>
              </a:rPr>
              <a:t>Disclaimer: Although all core capabilities are already available within Kantar, this is an initial product suggestion, and several aspects regarding how it relates to existing products will still need to be discussed.</a:t>
            </a:r>
            <a:endParaRPr lang="en-US" b="1" dirty="0">
              <a:solidFill>
                <a:schemeClr val="bg1"/>
              </a:solidFill>
            </a:endParaRPr>
          </a:p>
        </p:txBody>
      </p:sp>
    </p:spTree>
    <p:extLst>
      <p:ext uri="{BB962C8B-B14F-4D97-AF65-F5344CB8AC3E}">
        <p14:creationId xmlns:p14="http://schemas.microsoft.com/office/powerpoint/2010/main" val="2971889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3F82B-0E77-98CF-6B6C-66B13F7B1D20}"/>
            </a:ext>
          </a:extLst>
        </p:cNvPr>
        <p:cNvGrpSpPr/>
        <p:nvPr/>
      </p:nvGrpSpPr>
      <p:grpSpPr>
        <a:xfrm>
          <a:off x="0" y="0"/>
          <a:ext cx="0" cy="0"/>
          <a:chOff x="0" y="0"/>
          <a:chExt cx="0" cy="0"/>
        </a:xfrm>
      </p:grpSpPr>
      <p:pic>
        <p:nvPicPr>
          <p:cNvPr id="5" name="Imagem 57" descr="Imagem em preto e branco&#10;&#10;Descrição gerada automaticamente com confiança média">
            <a:extLst>
              <a:ext uri="{FF2B5EF4-FFF2-40B4-BE49-F238E27FC236}">
                <a16:creationId xmlns:a16="http://schemas.microsoft.com/office/drawing/2014/main" id="{44977CDF-1A77-DE05-3606-DBF151E77A76}"/>
              </a:ext>
            </a:extLst>
          </p:cNvPr>
          <p:cNvPicPr>
            <a:picLocks noChangeAspect="1"/>
          </p:cNvPicPr>
          <p:nvPr/>
        </p:nvPicPr>
        <p:blipFill rotWithShape="1">
          <a:blip r:embed="rId3">
            <a:extLst>
              <a:ext uri="{28A0092B-C50C-407E-A947-70E740481C1C}">
                <a14:useLocalDpi xmlns:a14="http://schemas.microsoft.com/office/drawing/2010/main" val="0"/>
              </a:ext>
            </a:extLst>
          </a:blip>
          <a:srcRect l="21366" t="63607" r="18633" b="3602"/>
          <a:stretch/>
        </p:blipFill>
        <p:spPr>
          <a:xfrm rot="5400000" flipV="1">
            <a:off x="8014565" y="2212976"/>
            <a:ext cx="6390410" cy="1964462"/>
          </a:xfrm>
          <a:prstGeom prst="rect">
            <a:avLst/>
          </a:prstGeom>
        </p:spPr>
      </p:pic>
      <p:sp>
        <p:nvSpPr>
          <p:cNvPr id="6" name="Espaço Reservado para Texto 4">
            <a:extLst>
              <a:ext uri="{FF2B5EF4-FFF2-40B4-BE49-F238E27FC236}">
                <a16:creationId xmlns:a16="http://schemas.microsoft.com/office/drawing/2014/main" id="{2B84AA3C-2827-1EC5-461B-7FB063B95DE6}"/>
              </a:ext>
            </a:extLst>
          </p:cNvPr>
          <p:cNvSpPr txBox="1">
            <a:spLocks/>
          </p:cNvSpPr>
          <p:nvPr/>
        </p:nvSpPr>
        <p:spPr>
          <a:xfrm>
            <a:off x="1364375" y="1803200"/>
            <a:ext cx="8453436"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b="1" dirty="0">
                <a:solidFill>
                  <a:schemeClr val="bg1"/>
                </a:solidFill>
              </a:rPr>
              <a:t>Thank you!</a:t>
            </a:r>
            <a:endParaRPr lang="pt-BR" sz="4000" b="1" dirty="0">
              <a:solidFill>
                <a:schemeClr val="bg1"/>
              </a:solidFill>
            </a:endParaRPr>
          </a:p>
        </p:txBody>
      </p:sp>
      <p:sp>
        <p:nvSpPr>
          <p:cNvPr id="2" name="Espaço Reservado para Texto 4">
            <a:extLst>
              <a:ext uri="{FF2B5EF4-FFF2-40B4-BE49-F238E27FC236}">
                <a16:creationId xmlns:a16="http://schemas.microsoft.com/office/drawing/2014/main" id="{3200728D-0BAB-E43A-B38A-C15B8EAA1D74}"/>
              </a:ext>
            </a:extLst>
          </p:cNvPr>
          <p:cNvSpPr txBox="1">
            <a:spLocks/>
          </p:cNvSpPr>
          <p:nvPr/>
        </p:nvSpPr>
        <p:spPr>
          <a:xfrm>
            <a:off x="1411565" y="2430003"/>
            <a:ext cx="8453436" cy="473476"/>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2pPr>
            <a:lvl3pPr marL="36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3pPr>
            <a:lvl4pPr marL="540000" indent="-180975"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4pPr>
            <a:lvl5pPr marL="720000" indent="-180000" algn="l" defTabSz="914400" rtl="0" eaLnBrk="1" latinLnBrk="0" hangingPunct="1">
              <a:lnSpc>
                <a:spcPct val="100000"/>
              </a:lnSpc>
              <a:spcBef>
                <a:spcPts val="600"/>
              </a:spcBef>
              <a:buFont typeface="Arial" panose="020B0604020202020204" pitchFamily="34" charset="0"/>
              <a:buChar char="ꟷ"/>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pt-BR" sz="3600" b="1" dirty="0">
              <a:solidFill>
                <a:schemeClr val="bg1"/>
              </a:solidFill>
              <a:latin typeface="Kantar Brown" panose="020B0504020101010102"/>
            </a:endParaRPr>
          </a:p>
        </p:txBody>
      </p:sp>
    </p:spTree>
    <p:extLst>
      <p:ext uri="{BB962C8B-B14F-4D97-AF65-F5344CB8AC3E}">
        <p14:creationId xmlns:p14="http://schemas.microsoft.com/office/powerpoint/2010/main" val="4220342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8"/>
</p:tagLst>
</file>

<file path=ppt/tags/tag2.xml><?xml version="1.0" encoding="utf-8"?>
<p:tagLst xmlns:a="http://schemas.openxmlformats.org/drawingml/2006/main" xmlns:r="http://schemas.openxmlformats.org/officeDocument/2006/relationships" xmlns:p="http://schemas.openxmlformats.org/presentationml/2006/main">
  <p:tag name="TEMPLATEVERSION" val="7.1"/>
  <p:tag name="VERSIONNUMBER" val="711"/>
</p:tagLst>
</file>

<file path=ppt/tags/tag3.xml><?xml version="1.0" encoding="utf-8"?>
<p:tagLst xmlns:a="http://schemas.openxmlformats.org/drawingml/2006/main" xmlns:r="http://schemas.openxmlformats.org/officeDocument/2006/relationships" xmlns:p="http://schemas.openxmlformats.org/presentationml/2006/main">
  <p:tag name="TEMPLATEVERSION" val="7.1"/>
  <p:tag name="VERSIONNUMBER" val="711"/>
</p:tagLst>
</file>

<file path=ppt/tags/tag4.xml><?xml version="1.0" encoding="utf-8"?>
<p:tagLst xmlns:a="http://schemas.openxmlformats.org/drawingml/2006/main" xmlns:r="http://schemas.openxmlformats.org/officeDocument/2006/relationships" xmlns:p="http://schemas.openxmlformats.org/presentationml/2006/main">
  <p:tag name="TEMPLATEVERSION" val="7.1"/>
  <p:tag name="VERSIONNUMBER" val="711"/>
</p:tagLst>
</file>

<file path=ppt/tags/tag5.xml><?xml version="1.0" encoding="utf-8"?>
<p:tagLst xmlns:a="http://schemas.openxmlformats.org/drawingml/2006/main" xmlns:r="http://schemas.openxmlformats.org/officeDocument/2006/relationships" xmlns:p="http://schemas.openxmlformats.org/presentationml/2006/main">
  <p:tag name="TEMPLATEVERSION" val="7.1"/>
  <p:tag name="VERSIONNUMBER" val="711"/>
</p:tagLst>
</file>

<file path=ppt/tags/tag6.xml><?xml version="1.0" encoding="utf-8"?>
<p:tagLst xmlns:a="http://schemas.openxmlformats.org/drawingml/2006/main" xmlns:r="http://schemas.openxmlformats.org/officeDocument/2006/relationships" xmlns:p="http://schemas.openxmlformats.org/presentationml/2006/main">
  <p:tag name="TEMPLATEVERSION" val="7.1"/>
  <p:tag name="VERSIONNUMBER" val="711"/>
</p:tagLst>
</file>

<file path=ppt/tags/tag7.xml><?xml version="1.0" encoding="utf-8"?>
<p:tagLst xmlns:a="http://schemas.openxmlformats.org/drawingml/2006/main" xmlns:r="http://schemas.openxmlformats.org/officeDocument/2006/relationships" xmlns:p="http://schemas.openxmlformats.org/presentationml/2006/main">
  <p:tag name="SHAPE" val="GRADIENT"/>
  <p:tag name="OVERLAY" val="41336317"/>
  <p:tag name="LINKEDTO" val="41336317"/>
</p:tagLst>
</file>

<file path=ppt/theme/theme1.xml><?xml version="1.0" encoding="utf-8"?>
<a:theme xmlns:a="http://schemas.openxmlformats.org/drawingml/2006/main" name="Kantar template master">
  <a:themeElements>
    <a:clrScheme name="Kantar colour theme">
      <a:dk1>
        <a:srgbClr val="333333"/>
      </a:dk1>
      <a:lt1>
        <a:srgbClr val="FFFFFF"/>
      </a:lt1>
      <a:dk2>
        <a:srgbClr val="0060FF"/>
      </a:dk2>
      <a:lt2>
        <a:srgbClr val="802AB7"/>
      </a:lt2>
      <a:accent1>
        <a:srgbClr val="AEAE9F"/>
      </a:accent1>
      <a:accent2>
        <a:srgbClr val="00E5BA"/>
      </a:accent2>
      <a:accent3>
        <a:srgbClr val="00B600"/>
      </a:accent3>
      <a:accent4>
        <a:srgbClr val="FEDB00"/>
      </a:accent4>
      <a:accent5>
        <a:srgbClr val="FF5000"/>
      </a:accent5>
      <a:accent6>
        <a:srgbClr val="FA0028"/>
      </a:accent6>
      <a:hlink>
        <a:srgbClr val="0060FF"/>
      </a:hlink>
      <a:folHlink>
        <a:srgbClr val="802AB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defRPr sz="1600" b="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smtClean="0"/>
        </a:defPPr>
      </a:lstStyle>
    </a:txDef>
  </a:objectDefaults>
  <a:extraClrSchemeLst/>
  <a:custClrLst>
    <a:custClr name="Significance red">
      <a:srgbClr val="E10000"/>
    </a:custClr>
    <a:custClr name="Significance red light">
      <a:srgbClr val="ED6666"/>
    </a:custClr>
    <a:custClr name="Significance green">
      <a:srgbClr val="00D200"/>
    </a:custClr>
    <a:custClr name="Significance green light">
      <a:srgbClr val="66E466"/>
    </a:custClr>
    <a:custClr name="Custom light blue">
      <a:srgbClr val="00B6FF"/>
    </a:custClr>
    <a:custClr name="Custom light green">
      <a:srgbClr val="9EE900"/>
    </a:custClr>
    <a:custClr name="Custom magenta">
      <a:srgbClr val="C700D3"/>
    </a:custClr>
  </a:custClrLst>
  <a:extLst>
    <a:ext uri="{05A4C25C-085E-4340-85A3-A5531E510DB2}">
      <thm15:themeFamily xmlns:thm15="http://schemas.microsoft.com/office/thememl/2012/main" name="Kantar presentation template 16x9.potx" id="{39179AE8-8B2B-412E-B91C-A8BE7A7300BF}" vid="{21F51396-CB92-4915-A0B4-B04E9452049B}"/>
    </a:ext>
  </a:extLst>
</a:theme>
</file>

<file path=ppt/theme/theme2.xml><?xml version="1.0" encoding="utf-8"?>
<a:theme xmlns:a="http://schemas.openxmlformats.org/drawingml/2006/main" name="1_Kantar template master">
  <a:themeElements>
    <a:clrScheme name="Kantar colour theme">
      <a:dk1>
        <a:srgbClr val="333333"/>
      </a:dk1>
      <a:lt1>
        <a:srgbClr val="FFFFFF"/>
      </a:lt1>
      <a:dk2>
        <a:srgbClr val="0060FF"/>
      </a:dk2>
      <a:lt2>
        <a:srgbClr val="802AB7"/>
      </a:lt2>
      <a:accent1>
        <a:srgbClr val="AEAE9F"/>
      </a:accent1>
      <a:accent2>
        <a:srgbClr val="00E5BA"/>
      </a:accent2>
      <a:accent3>
        <a:srgbClr val="00B600"/>
      </a:accent3>
      <a:accent4>
        <a:srgbClr val="FEDB00"/>
      </a:accent4>
      <a:accent5>
        <a:srgbClr val="FF5000"/>
      </a:accent5>
      <a:accent6>
        <a:srgbClr val="FA0028"/>
      </a:accent6>
      <a:hlink>
        <a:srgbClr val="0060FF"/>
      </a:hlink>
      <a:folHlink>
        <a:srgbClr val="802AB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a:noFill/>
        </a:ln>
      </a:spPr>
      <a:bodyPr rot="0" spcFirstLastPara="0" vert="horz" wrap="square" lIns="91440" tIns="45720" rIns="91440" bIns="45720" numCol="1" spcCol="0" rtlCol="0" fromWordArt="0" anchor="t" anchorCtr="0" forceAA="0" compatLnSpc="1">
        <a:prstTxWarp prst="textNoShape">
          <a:avLst/>
        </a:prstTxWarp>
        <a:noAutofit/>
      </a:bodyPr>
      <a:lstStyle>
        <a:defPPr algn="l">
          <a:defRPr sz="1100" b="0" dirty="0" err="1"/>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smtClean="0"/>
        </a:defPPr>
      </a:lstStyle>
    </a:txDef>
  </a:objectDefaults>
  <a:extraClrSchemeLst/>
  <a:custClrLst>
    <a:custClr name="Significance red">
      <a:srgbClr val="E10000"/>
    </a:custClr>
    <a:custClr name="Significance red light">
      <a:srgbClr val="ED6666"/>
    </a:custClr>
    <a:custClr name="Significance green">
      <a:srgbClr val="00D200"/>
    </a:custClr>
    <a:custClr name="Significance green light">
      <a:srgbClr val="66E466"/>
    </a:custClr>
    <a:custClr name="Custom light blue">
      <a:srgbClr val="00B6FF"/>
    </a:custClr>
    <a:custClr name="Custom light green">
      <a:srgbClr val="9EE900"/>
    </a:custClr>
    <a:custClr name="Custom magenta">
      <a:srgbClr val="C700D3"/>
    </a:custClr>
  </a:custClrLst>
  <a:extLst>
    <a:ext uri="{05A4C25C-085E-4340-85A3-A5531E510DB2}">
      <thm15:themeFamily xmlns:thm15="http://schemas.microsoft.com/office/thememl/2012/main" name="Kantar report template 16x9.potx" id="{16FA51AA-0B68-4960-98D6-A6972CED8E11}" vid="{FD1EF29F-4CDD-443D-BB09-67148443B5AE}"/>
    </a:ext>
  </a:extLst>
</a:theme>
</file>

<file path=ppt/theme/theme3.xml><?xml version="1.0" encoding="utf-8"?>
<a:theme xmlns:a="http://schemas.openxmlformats.org/drawingml/2006/main" name="2_Kantar template master">
  <a:themeElements>
    <a:clrScheme name="Kantar">
      <a:dk1>
        <a:srgbClr val="717171"/>
      </a:dk1>
      <a:lt1>
        <a:srgbClr val="FFFFFF"/>
      </a:lt1>
      <a:dk2>
        <a:srgbClr val="FFFF00"/>
      </a:dk2>
      <a:lt2>
        <a:srgbClr val="B8DC00"/>
      </a:lt2>
      <a:accent1>
        <a:srgbClr val="C700D1"/>
      </a:accent1>
      <a:accent2>
        <a:srgbClr val="FF0096"/>
      </a:accent2>
      <a:accent3>
        <a:srgbClr val="9EE92F"/>
      </a:accent3>
      <a:accent4>
        <a:srgbClr val="00E5BA"/>
      </a:accent4>
      <a:accent5>
        <a:srgbClr val="0060FF"/>
      </a:accent5>
      <a:accent6>
        <a:srgbClr val="FEDB00"/>
      </a:accent6>
      <a:hlink>
        <a:srgbClr val="FF0064"/>
      </a:hlink>
      <a:folHlink>
        <a:srgbClr val="802AB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rgbClr val="717171"/>
        </a:solidFill>
        <a:ln w="12700">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defRPr sz="1600" b="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smtClean="0"/>
        </a:defPPr>
      </a:lstStyle>
    </a:txDef>
  </a:objectDefaults>
  <a:extraClrSchemeLst/>
  <a:extLst>
    <a:ext uri="{05A4C25C-085E-4340-85A3-A5531E510DB2}">
      <thm15:themeFamily xmlns:thm15="http://schemas.microsoft.com/office/thememl/2012/main" name="Kantar Media PowerPoint template 16x9 - for presentations and pitches.potx" id="{BA83AA42-1A09-43D0-A6D5-DAF27B3DE8F6}" vid="{C71A40FF-490E-4D20-BF56-F67E979C0828}"/>
    </a:ext>
  </a:extLst>
</a:theme>
</file>

<file path=ppt/theme/theme4.xml><?xml version="1.0" encoding="utf-8"?>
<a:theme xmlns:a="http://schemas.openxmlformats.org/drawingml/2006/main" name="3_Kantar template master">
  <a:themeElements>
    <a:clrScheme name="Kantar colour theme">
      <a:dk1>
        <a:srgbClr val="333333"/>
      </a:dk1>
      <a:lt1>
        <a:srgbClr val="FFFFFF"/>
      </a:lt1>
      <a:dk2>
        <a:srgbClr val="0060FF"/>
      </a:dk2>
      <a:lt2>
        <a:srgbClr val="802AB7"/>
      </a:lt2>
      <a:accent1>
        <a:srgbClr val="AEAE9F"/>
      </a:accent1>
      <a:accent2>
        <a:srgbClr val="00E5BA"/>
      </a:accent2>
      <a:accent3>
        <a:srgbClr val="00B600"/>
      </a:accent3>
      <a:accent4>
        <a:srgbClr val="FEDB00"/>
      </a:accent4>
      <a:accent5>
        <a:srgbClr val="FF5000"/>
      </a:accent5>
      <a:accent6>
        <a:srgbClr val="FA0028"/>
      </a:accent6>
      <a:hlink>
        <a:srgbClr val="0060FF"/>
      </a:hlink>
      <a:folHlink>
        <a:srgbClr val="802AB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defRPr sz="1600" b="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smtClean="0"/>
        </a:defPPr>
      </a:lstStyle>
    </a:txDef>
  </a:objectDefaults>
  <a:extraClrSchemeLst/>
  <a:custClrLst>
    <a:custClr name="Significance red">
      <a:srgbClr val="E10000"/>
    </a:custClr>
    <a:custClr name="Significance red light">
      <a:srgbClr val="ED6666"/>
    </a:custClr>
    <a:custClr name="Significance green">
      <a:srgbClr val="00D200"/>
    </a:custClr>
    <a:custClr name="Significance green light">
      <a:srgbClr val="66E466"/>
    </a:custClr>
    <a:custClr name="Custom light blue">
      <a:srgbClr val="00B6FF"/>
    </a:custClr>
    <a:custClr name="Custom light green">
      <a:srgbClr val="9EE900"/>
    </a:custClr>
    <a:custClr name="Custom magenta">
      <a:srgbClr val="C700D3"/>
    </a:custClr>
  </a:custClrLst>
  <a:extLst>
    <a:ext uri="{05A4C25C-085E-4340-85A3-A5531E510DB2}">
      <thm15:themeFamily xmlns:thm15="http://schemas.microsoft.com/office/thememl/2012/main" name="Kantar presentation template 16x9.potx" id="{39179AE8-8B2B-412E-B91C-A8BE7A7300BF}" vid="{21F51396-CB92-4915-A0B4-B04E9452049B}"/>
    </a:ext>
  </a:extLst>
</a:theme>
</file>

<file path=ppt/theme/theme5.xml><?xml version="1.0" encoding="utf-8"?>
<a:theme xmlns:a="http://schemas.openxmlformats.org/drawingml/2006/main" name="4_Kantar template master">
  <a:themeElements>
    <a:clrScheme name="Kantar colour theme">
      <a:dk1>
        <a:srgbClr val="333333"/>
      </a:dk1>
      <a:lt1>
        <a:srgbClr val="FFFFFF"/>
      </a:lt1>
      <a:dk2>
        <a:srgbClr val="0060FF"/>
      </a:dk2>
      <a:lt2>
        <a:srgbClr val="802AB7"/>
      </a:lt2>
      <a:accent1>
        <a:srgbClr val="AEAE9F"/>
      </a:accent1>
      <a:accent2>
        <a:srgbClr val="00E5BA"/>
      </a:accent2>
      <a:accent3>
        <a:srgbClr val="00B600"/>
      </a:accent3>
      <a:accent4>
        <a:srgbClr val="FEDB00"/>
      </a:accent4>
      <a:accent5>
        <a:srgbClr val="FF5000"/>
      </a:accent5>
      <a:accent6>
        <a:srgbClr val="FA0028"/>
      </a:accent6>
      <a:hlink>
        <a:srgbClr val="0060FF"/>
      </a:hlink>
      <a:folHlink>
        <a:srgbClr val="802AB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2700">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gn="l">
          <a:defRPr sz="1600" b="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smtClean="0"/>
        </a:defPPr>
      </a:lstStyle>
    </a:txDef>
  </a:objectDefaults>
  <a:extraClrSchemeLst/>
  <a:custClrLst>
    <a:custClr name="Significance red">
      <a:srgbClr val="E10000"/>
    </a:custClr>
    <a:custClr name="Significance red light">
      <a:srgbClr val="ED6666"/>
    </a:custClr>
    <a:custClr name="Significance green">
      <a:srgbClr val="00D200"/>
    </a:custClr>
    <a:custClr name="Significance green light">
      <a:srgbClr val="66E466"/>
    </a:custClr>
    <a:custClr name="Custom light blue">
      <a:srgbClr val="00B6FF"/>
    </a:custClr>
    <a:custClr name="Custom light green">
      <a:srgbClr val="9EE900"/>
    </a:custClr>
    <a:custClr name="Custom magenta">
      <a:srgbClr val="C700D3"/>
    </a:custClr>
  </a:custClrLst>
  <a:extLst>
    <a:ext uri="{05A4C25C-085E-4340-85A3-A5531E510DB2}">
      <thm15:themeFamily xmlns:thm15="http://schemas.microsoft.com/office/thememl/2012/main" name="Kantar presentation template 16x9.potx" id="{39179AE8-8B2B-412E-B91C-A8BE7A7300BF}" vid="{21F51396-CB92-4915-A0B4-B04E9452049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2416FABF26824CB633A3F5FCE21E05" ma:contentTypeVersion="2" ma:contentTypeDescription="Create a new document." ma:contentTypeScope="" ma:versionID="c21185d74df9a3a2794949f24f81b79e">
  <xsd:schema xmlns:xsd="http://www.w3.org/2001/XMLSchema" xmlns:xs="http://www.w3.org/2001/XMLSchema" xmlns:p="http://schemas.microsoft.com/office/2006/metadata/properties" xmlns:ns2="0b437f98-23ae-4433-b13b-76c2068079ae" targetNamespace="http://schemas.microsoft.com/office/2006/metadata/properties" ma:root="true" ma:fieldsID="963eca439521cf874d5dbf5bfcb44ac3" ns2:_="">
    <xsd:import namespace="0b437f98-23ae-4433-b13b-76c2068079ae"/>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437f98-23ae-4433-b13b-76c2068079a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465801-FC4C-4127-9875-D29207C9CB56}">
  <ds:schemaRefs>
    <ds:schemaRef ds:uri="0b437f98-23ae-4433-b13b-76c2068079a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73FE589-C764-4EEE-ACD6-82389108286A}">
  <ds:schemaRefs>
    <ds:schemaRef ds:uri="http://www.w3.org/XML/1998/namespace"/>
    <ds:schemaRef ds:uri="http://schemas.openxmlformats.org/package/2006/metadata/core-properties"/>
    <ds:schemaRef ds:uri="http://purl.org/dc/elements/1.1/"/>
    <ds:schemaRef ds:uri="http://schemas.microsoft.com/office/2006/documentManagement/types"/>
    <ds:schemaRef ds:uri="http://purl.org/dc/dcmitype/"/>
    <ds:schemaRef ds:uri="http://schemas.microsoft.com/office/infopath/2007/PartnerControls"/>
    <ds:schemaRef ds:uri="0b437f98-23ae-4433-b13b-76c2068079ae"/>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CB48C25D-BACB-4679-8A31-5C58AF87F129}">
  <ds:schemaRefs>
    <ds:schemaRef ds:uri="http://schemas.microsoft.com/sharepoint/v3/contenttype/forms"/>
  </ds:schemaRefs>
</ds:datastoreItem>
</file>

<file path=docMetadata/LabelInfo.xml><?xml version="1.0" encoding="utf-8"?>
<clbl:labelList xmlns:clbl="http://schemas.microsoft.com/office/2020/mipLabelMetadata">
  <clbl:label id="{1e355c04-e0a4-42ed-8e2d-7351591f0ef1}" enabled="0" method="" siteId="{1e355c04-e0a4-42ed-8e2d-7351591f0ef1}" actionId="{5b78667f-0988-4fdc-a5b4-99d140745988}" removed="1"/>
</clbl:labelList>
</file>

<file path=docProps/app.xml><?xml version="1.0" encoding="utf-8"?>
<Properties xmlns="http://schemas.openxmlformats.org/officeDocument/2006/extended-properties" xmlns:vt="http://schemas.openxmlformats.org/officeDocument/2006/docPropsVTypes">
  <Template>blank_kim</Template>
  <TotalTime>19872</TotalTime>
  <Words>900</Words>
  <Application>Microsoft Office PowerPoint</Application>
  <PresentationFormat>Widescreen</PresentationFormat>
  <Paragraphs>82</Paragraphs>
  <Slides>8</Slides>
  <Notes>6</Notes>
  <HiddenSlides>0</HiddenSlides>
  <MMClips>0</MMClips>
  <ScaleCrop>false</ScaleCrop>
  <HeadingPairs>
    <vt:vector size="6" baseType="variant">
      <vt:variant>
        <vt:lpstr>Fontes usadas</vt:lpstr>
      </vt:variant>
      <vt:variant>
        <vt:i4>8</vt:i4>
      </vt:variant>
      <vt:variant>
        <vt:lpstr>Tema</vt:lpstr>
      </vt:variant>
      <vt:variant>
        <vt:i4>5</vt:i4>
      </vt:variant>
      <vt:variant>
        <vt:lpstr>Títulos de slides</vt:lpstr>
      </vt:variant>
      <vt:variant>
        <vt:i4>8</vt:i4>
      </vt:variant>
    </vt:vector>
  </HeadingPairs>
  <TitlesOfParts>
    <vt:vector size="21" baseType="lpstr">
      <vt:lpstr>Arial</vt:lpstr>
      <vt:lpstr>Calibri</vt:lpstr>
      <vt:lpstr>Gill Sans MT</vt:lpstr>
      <vt:lpstr>Kantar Brown</vt:lpstr>
      <vt:lpstr>Kantar Brown Light</vt:lpstr>
      <vt:lpstr>Kantar Brown Thin</vt:lpstr>
      <vt:lpstr>Times New Roman</vt:lpstr>
      <vt:lpstr>Wingdings</vt:lpstr>
      <vt:lpstr>Kantar template master</vt:lpstr>
      <vt:lpstr>1_Kantar template master</vt:lpstr>
      <vt:lpstr>2_Kantar template master</vt:lpstr>
      <vt:lpstr>3_Kantar template master</vt:lpstr>
      <vt:lpstr>4_Kantar template master</vt:lpstr>
      <vt:lpstr>KANTAR IBOPE MEDIA  Mentions On-Demand – Product Suggestion  Dec 2025 Eduardo M. Hermes da Fonseca - OSS </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Marina Loureiro Matos</dc:creator>
  <cp:lastModifiedBy>Eduardo Hermes da Fonseca</cp:lastModifiedBy>
  <cp:revision>55</cp:revision>
  <dcterms:created xsi:type="dcterms:W3CDTF">2020-01-09T14:20:21Z</dcterms:created>
  <dcterms:modified xsi:type="dcterms:W3CDTF">2025-12-30T14:24:13Z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0x0101004D2416FABF26824CB633A3F5FCE21E05</vt:lpwstr>
  </property>
  <property fmtid="{D5CDD505-2E9C-101B-9397-08002B2CF9AE}" pid="3" name="MSIP_Label_3741da7a-79c1-417c-b408-16c0bfe99fca_Enabled">
    <vt:lpwstr>true</vt:lpwstr>
  </property>
  <property fmtid="{D5CDD505-2E9C-101B-9397-08002B2CF9AE}" pid="4" name="MSIP_Label_3741da7a-79c1-417c-b408-16c0bfe99fca_SetDate">
    <vt:lpwstr>2023-08-23T15:26:22Z</vt:lpwstr>
  </property>
  <property fmtid="{D5CDD505-2E9C-101B-9397-08002B2CF9AE}" pid="5" name="MSIP_Label_3741da7a-79c1-417c-b408-16c0bfe99fca_Method">
    <vt:lpwstr>Standard</vt:lpwstr>
  </property>
  <property fmtid="{D5CDD505-2E9C-101B-9397-08002B2CF9AE}" pid="6" name="MSIP_Label_3741da7a-79c1-417c-b408-16c0bfe99fca_Name">
    <vt:lpwstr>Internal Only - Amber</vt:lpwstr>
  </property>
  <property fmtid="{D5CDD505-2E9C-101B-9397-08002B2CF9AE}" pid="7" name="MSIP_Label_3741da7a-79c1-417c-b408-16c0bfe99fca_SiteId">
    <vt:lpwstr>1e355c04-e0a4-42ed-8e2d-7351591f0ef1</vt:lpwstr>
  </property>
  <property fmtid="{D5CDD505-2E9C-101B-9397-08002B2CF9AE}" pid="8" name="MSIP_Label_3741da7a-79c1-417c-b408-16c0bfe99fca_ActionId">
    <vt:lpwstr>061ea878-1f86-4f34-962e-cb52648f0430</vt:lpwstr>
  </property>
  <property fmtid="{D5CDD505-2E9C-101B-9397-08002B2CF9AE}" pid="9" name="MSIP_Label_3741da7a-79c1-417c-b408-16c0bfe99fca_ContentBits">
    <vt:lpwstr>0</vt:lpwstr>
  </property>
</Properties>
</file>